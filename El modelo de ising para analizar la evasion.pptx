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78" r:id="rId6"/>
    <p:sldId id="280" r:id="rId7"/>
    <p:sldId id="279" r:id="rId8"/>
    <p:sldId id="281" r:id="rId9"/>
    <p:sldId id="282" r:id="rId10"/>
    <p:sldId id="283" r:id="rId11"/>
    <p:sldId id="277" r:id="rId12"/>
    <p:sldId id="285" r:id="rId13"/>
    <p:sldId id="287" r:id="rId14"/>
  </p:sldIdLst>
  <p:sldSz cx="12192000" cy="6858000"/>
  <p:notesSz cx="6858000" cy="9144000"/>
  <p:defaultTextStyle>
    <a:defPPr rtl="0">
      <a:defRPr lang="en-gb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6408" autoAdjust="0"/>
  </p:normalViewPr>
  <p:slideViewPr>
    <p:cSldViewPr snapToGrid="0">
      <p:cViewPr varScale="1">
        <p:scale>
          <a:sx n="101" d="100"/>
          <a:sy n="101" d="100"/>
        </p:scale>
        <p:origin x="144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BAB4FE-EE60-46EA-BF0C-0C7B78AB8CF8}" type="doc">
      <dgm:prSet loTypeId="urn:microsoft.com/office/officeart/2008/layout/LinedList" loCatId="list" qsTypeId="urn:microsoft.com/office/officeart/2005/8/quickstyle/simple4" qsCatId="simple" csTypeId="urn:microsoft.com/office/officeart/2005/8/colors/accent3_2" csCatId="accent3"/>
      <dgm:spPr/>
      <dgm:t>
        <a:bodyPr/>
        <a:lstStyle/>
        <a:p>
          <a:endParaRPr lang="en-US"/>
        </a:p>
      </dgm:t>
    </dgm:pt>
    <dgm:pt modelId="{D0EBA7C0-68FA-454F-B463-17E45BB92DDC}">
      <dgm:prSet custT="1"/>
      <dgm:spPr/>
      <dgm:t>
        <a:bodyPr/>
        <a:lstStyle/>
        <a:p>
          <a:r>
            <a:rPr lang="en-US" sz="4000" dirty="0" err="1"/>
            <a:t>Impacto</a:t>
          </a:r>
          <a:endParaRPr lang="en-US" sz="4000" dirty="0"/>
        </a:p>
      </dgm:t>
    </dgm:pt>
    <dgm:pt modelId="{B9ABEE75-5A61-4629-B509-EE0418C1839B}" type="parTrans" cxnId="{2940F103-632B-41F6-896A-0B4156C24FE4}">
      <dgm:prSet/>
      <dgm:spPr/>
      <dgm:t>
        <a:bodyPr/>
        <a:lstStyle/>
        <a:p>
          <a:endParaRPr lang="en-US"/>
        </a:p>
      </dgm:t>
    </dgm:pt>
    <dgm:pt modelId="{DCE97FAB-38AC-4E9D-8450-681FE9CC2876}" type="sibTrans" cxnId="{2940F103-632B-41F6-896A-0B4156C24FE4}">
      <dgm:prSet/>
      <dgm:spPr/>
      <dgm:t>
        <a:bodyPr/>
        <a:lstStyle/>
        <a:p>
          <a:endParaRPr lang="en-US"/>
        </a:p>
      </dgm:t>
    </dgm:pt>
    <dgm:pt modelId="{C7AA4AE5-369A-4540-AD93-DE3A6658EC7B}">
      <dgm:prSet custT="1"/>
      <dgm:spPr/>
      <dgm:t>
        <a:bodyPr/>
        <a:lstStyle/>
        <a:p>
          <a:r>
            <a:rPr lang="en-US" sz="4000" dirty="0" err="1"/>
            <a:t>Consecuencias</a:t>
          </a:r>
          <a:endParaRPr lang="en-US" sz="4000" dirty="0"/>
        </a:p>
      </dgm:t>
    </dgm:pt>
    <dgm:pt modelId="{DC32383F-C1A3-40B8-B4BF-6D33DFB9FC09}" type="parTrans" cxnId="{4A55DC42-2A45-46A8-B092-CEC44A25EA82}">
      <dgm:prSet/>
      <dgm:spPr/>
      <dgm:t>
        <a:bodyPr/>
        <a:lstStyle/>
        <a:p>
          <a:endParaRPr lang="en-US"/>
        </a:p>
      </dgm:t>
    </dgm:pt>
    <dgm:pt modelId="{FEC16577-B8A0-49C6-8282-B8E6170911ED}" type="sibTrans" cxnId="{4A55DC42-2A45-46A8-B092-CEC44A25EA82}">
      <dgm:prSet/>
      <dgm:spPr/>
      <dgm:t>
        <a:bodyPr/>
        <a:lstStyle/>
        <a:p>
          <a:endParaRPr lang="en-US"/>
        </a:p>
      </dgm:t>
    </dgm:pt>
    <dgm:pt modelId="{FA30CDE2-C480-4365-9D67-224E1AEBC18D}" type="pres">
      <dgm:prSet presAssocID="{30BAB4FE-EE60-46EA-BF0C-0C7B78AB8CF8}" presName="vert0" presStyleCnt="0">
        <dgm:presLayoutVars>
          <dgm:dir/>
          <dgm:animOne val="branch"/>
          <dgm:animLvl val="lvl"/>
        </dgm:presLayoutVars>
      </dgm:prSet>
      <dgm:spPr/>
    </dgm:pt>
    <dgm:pt modelId="{89B1E085-8B5C-4CF0-8A97-896C88173DB1}" type="pres">
      <dgm:prSet presAssocID="{D0EBA7C0-68FA-454F-B463-17E45BB92DDC}" presName="thickLine" presStyleLbl="alignNode1" presStyleIdx="0" presStyleCnt="2"/>
      <dgm:spPr/>
    </dgm:pt>
    <dgm:pt modelId="{F641EFF0-BA15-4D4A-A424-872167EAED06}" type="pres">
      <dgm:prSet presAssocID="{D0EBA7C0-68FA-454F-B463-17E45BB92DDC}" presName="horz1" presStyleCnt="0"/>
      <dgm:spPr/>
    </dgm:pt>
    <dgm:pt modelId="{CF4C630E-979C-45DF-831C-0FD87B74EB6C}" type="pres">
      <dgm:prSet presAssocID="{D0EBA7C0-68FA-454F-B463-17E45BB92DDC}" presName="tx1" presStyleLbl="revTx" presStyleIdx="0" presStyleCnt="2"/>
      <dgm:spPr/>
    </dgm:pt>
    <dgm:pt modelId="{239D8FC2-3E6E-4685-8E6C-A6D3371169D9}" type="pres">
      <dgm:prSet presAssocID="{D0EBA7C0-68FA-454F-B463-17E45BB92DDC}" presName="vert1" presStyleCnt="0"/>
      <dgm:spPr/>
    </dgm:pt>
    <dgm:pt modelId="{05FBBF3A-0599-4E16-AF46-F71BABDEA205}" type="pres">
      <dgm:prSet presAssocID="{C7AA4AE5-369A-4540-AD93-DE3A6658EC7B}" presName="thickLine" presStyleLbl="alignNode1" presStyleIdx="1" presStyleCnt="2"/>
      <dgm:spPr/>
    </dgm:pt>
    <dgm:pt modelId="{FB59D9A0-B2E5-489A-988E-90B646D80465}" type="pres">
      <dgm:prSet presAssocID="{C7AA4AE5-369A-4540-AD93-DE3A6658EC7B}" presName="horz1" presStyleCnt="0"/>
      <dgm:spPr/>
    </dgm:pt>
    <dgm:pt modelId="{AED44AF5-7C25-45D6-807B-3B4D4A25A470}" type="pres">
      <dgm:prSet presAssocID="{C7AA4AE5-369A-4540-AD93-DE3A6658EC7B}" presName="tx1" presStyleLbl="revTx" presStyleIdx="1" presStyleCnt="2"/>
      <dgm:spPr/>
    </dgm:pt>
    <dgm:pt modelId="{5D67D060-6247-4A07-BCEC-7324C9D45AB5}" type="pres">
      <dgm:prSet presAssocID="{C7AA4AE5-369A-4540-AD93-DE3A6658EC7B}" presName="vert1" presStyleCnt="0"/>
      <dgm:spPr/>
    </dgm:pt>
  </dgm:ptLst>
  <dgm:cxnLst>
    <dgm:cxn modelId="{2940F103-632B-41F6-896A-0B4156C24FE4}" srcId="{30BAB4FE-EE60-46EA-BF0C-0C7B78AB8CF8}" destId="{D0EBA7C0-68FA-454F-B463-17E45BB92DDC}" srcOrd="0" destOrd="0" parTransId="{B9ABEE75-5A61-4629-B509-EE0418C1839B}" sibTransId="{DCE97FAB-38AC-4E9D-8450-681FE9CC2876}"/>
    <dgm:cxn modelId="{FB055A5C-59FA-45D8-A39A-69C7A4E3490C}" type="presOf" srcId="{C7AA4AE5-369A-4540-AD93-DE3A6658EC7B}" destId="{AED44AF5-7C25-45D6-807B-3B4D4A25A470}" srcOrd="0" destOrd="0" presId="urn:microsoft.com/office/officeart/2008/layout/LinedList"/>
    <dgm:cxn modelId="{4A55DC42-2A45-46A8-B092-CEC44A25EA82}" srcId="{30BAB4FE-EE60-46EA-BF0C-0C7B78AB8CF8}" destId="{C7AA4AE5-369A-4540-AD93-DE3A6658EC7B}" srcOrd="1" destOrd="0" parTransId="{DC32383F-C1A3-40B8-B4BF-6D33DFB9FC09}" sibTransId="{FEC16577-B8A0-49C6-8282-B8E6170911ED}"/>
    <dgm:cxn modelId="{3B05095A-7414-4ADF-8463-A7CDAD2948D3}" type="presOf" srcId="{D0EBA7C0-68FA-454F-B463-17E45BB92DDC}" destId="{CF4C630E-979C-45DF-831C-0FD87B74EB6C}" srcOrd="0" destOrd="0" presId="urn:microsoft.com/office/officeart/2008/layout/LinedList"/>
    <dgm:cxn modelId="{61B99EF1-4882-4E04-82B4-F027A33DAD5E}" type="presOf" srcId="{30BAB4FE-EE60-46EA-BF0C-0C7B78AB8CF8}" destId="{FA30CDE2-C480-4365-9D67-224E1AEBC18D}" srcOrd="0" destOrd="0" presId="urn:microsoft.com/office/officeart/2008/layout/LinedList"/>
    <dgm:cxn modelId="{3C72D5B5-872E-4A18-9787-C86AE8E4E1FE}" type="presParOf" srcId="{FA30CDE2-C480-4365-9D67-224E1AEBC18D}" destId="{89B1E085-8B5C-4CF0-8A97-896C88173DB1}" srcOrd="0" destOrd="0" presId="urn:microsoft.com/office/officeart/2008/layout/LinedList"/>
    <dgm:cxn modelId="{C15B0047-F91F-4845-A87E-D583FF8300A4}" type="presParOf" srcId="{FA30CDE2-C480-4365-9D67-224E1AEBC18D}" destId="{F641EFF0-BA15-4D4A-A424-872167EAED06}" srcOrd="1" destOrd="0" presId="urn:microsoft.com/office/officeart/2008/layout/LinedList"/>
    <dgm:cxn modelId="{3D7624B7-CD56-44E0-BDC3-8B6353C51DF5}" type="presParOf" srcId="{F641EFF0-BA15-4D4A-A424-872167EAED06}" destId="{CF4C630E-979C-45DF-831C-0FD87B74EB6C}" srcOrd="0" destOrd="0" presId="urn:microsoft.com/office/officeart/2008/layout/LinedList"/>
    <dgm:cxn modelId="{C3D63A53-C1F4-4DFF-BD95-1328FC757C0C}" type="presParOf" srcId="{F641EFF0-BA15-4D4A-A424-872167EAED06}" destId="{239D8FC2-3E6E-4685-8E6C-A6D3371169D9}" srcOrd="1" destOrd="0" presId="urn:microsoft.com/office/officeart/2008/layout/LinedList"/>
    <dgm:cxn modelId="{9BB47D53-7E88-416D-A071-7CBFBC7419BE}" type="presParOf" srcId="{FA30CDE2-C480-4365-9D67-224E1AEBC18D}" destId="{05FBBF3A-0599-4E16-AF46-F71BABDEA205}" srcOrd="2" destOrd="0" presId="urn:microsoft.com/office/officeart/2008/layout/LinedList"/>
    <dgm:cxn modelId="{47CB90F9-13D0-4D9E-9911-949E91355857}" type="presParOf" srcId="{FA30CDE2-C480-4365-9D67-224E1AEBC18D}" destId="{FB59D9A0-B2E5-489A-988E-90B646D80465}" srcOrd="3" destOrd="0" presId="urn:microsoft.com/office/officeart/2008/layout/LinedList"/>
    <dgm:cxn modelId="{8E979C1F-27BA-4C30-B583-77EA230F1701}" type="presParOf" srcId="{FB59D9A0-B2E5-489A-988E-90B646D80465}" destId="{AED44AF5-7C25-45D6-807B-3B4D4A25A470}" srcOrd="0" destOrd="0" presId="urn:microsoft.com/office/officeart/2008/layout/LinedList"/>
    <dgm:cxn modelId="{C52D718A-0179-4B3E-9D74-6967E1BFA978}" type="presParOf" srcId="{FB59D9A0-B2E5-489A-988E-90B646D80465}" destId="{5D67D060-6247-4A07-BCEC-7324C9D45AB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CA6E07D-5F65-4A9E-AFFB-606FAD199278}" type="doc">
      <dgm:prSet loTypeId="urn:microsoft.com/office/officeart/2008/layout/LinedList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17F2D08F-581D-4658-8CB4-FA97C96B6FD0}">
      <dgm:prSet/>
      <dgm:spPr/>
      <dgm:t>
        <a:bodyPr/>
        <a:lstStyle/>
        <a:p>
          <a:r>
            <a:rPr lang="es-ES" dirty="0"/>
            <a:t>Espines</a:t>
          </a:r>
          <a:endParaRPr lang="en-US" dirty="0"/>
        </a:p>
      </dgm:t>
    </dgm:pt>
    <dgm:pt modelId="{9F5A988A-6CAD-4BD4-98E3-895B653780E5}" type="parTrans" cxnId="{0F0C1474-C72C-4A55-AF69-A34F7F5B5812}">
      <dgm:prSet/>
      <dgm:spPr/>
      <dgm:t>
        <a:bodyPr/>
        <a:lstStyle/>
        <a:p>
          <a:endParaRPr lang="en-US"/>
        </a:p>
      </dgm:t>
    </dgm:pt>
    <dgm:pt modelId="{5FA04292-28CE-4578-8970-9AA3F0283FE7}" type="sibTrans" cxnId="{0F0C1474-C72C-4A55-AF69-A34F7F5B5812}">
      <dgm:prSet/>
      <dgm:spPr/>
      <dgm:t>
        <a:bodyPr/>
        <a:lstStyle/>
        <a:p>
          <a:endParaRPr lang="en-US"/>
        </a:p>
      </dgm:t>
    </dgm:pt>
    <dgm:pt modelId="{8F630F76-FF4C-42EB-A92A-D8DFBCFEB2F9}">
      <dgm:prSet/>
      <dgm:spPr/>
      <dgm:t>
        <a:bodyPr/>
        <a:lstStyle/>
        <a:p>
          <a:r>
            <a:rPr lang="es-ES"/>
            <a:t>Temperatura social (T)</a:t>
          </a:r>
          <a:endParaRPr lang="en-US"/>
        </a:p>
      </dgm:t>
    </dgm:pt>
    <dgm:pt modelId="{9DFF3C6E-DCAE-49C5-920F-5F6E4ECF48BB}" type="parTrans" cxnId="{72D931C3-0FC8-49C5-B994-E2EC27016EE7}">
      <dgm:prSet/>
      <dgm:spPr/>
      <dgm:t>
        <a:bodyPr/>
        <a:lstStyle/>
        <a:p>
          <a:endParaRPr lang="en-US"/>
        </a:p>
      </dgm:t>
    </dgm:pt>
    <dgm:pt modelId="{39B379EB-37F5-4411-877F-5AF2025B659E}" type="sibTrans" cxnId="{72D931C3-0FC8-49C5-B994-E2EC27016EE7}">
      <dgm:prSet/>
      <dgm:spPr/>
      <dgm:t>
        <a:bodyPr/>
        <a:lstStyle/>
        <a:p>
          <a:endParaRPr lang="en-US"/>
        </a:p>
      </dgm:t>
    </dgm:pt>
    <dgm:pt modelId="{DDFCEB75-4E9C-472D-A253-411E6B6D549F}">
      <dgm:prSet/>
      <dgm:spPr/>
      <dgm:t>
        <a:bodyPr/>
        <a:lstStyle/>
        <a:p>
          <a:r>
            <a:rPr lang="en-GB"/>
            <a:t>Probabilidad de auditoria</a:t>
          </a:r>
          <a:endParaRPr lang="en-US"/>
        </a:p>
      </dgm:t>
    </dgm:pt>
    <dgm:pt modelId="{28DD9D1A-FEBE-49D6-8E14-D6EC39A4AEF0}" type="parTrans" cxnId="{556E191C-E25A-4E77-B5CA-CC8E27FEE63E}">
      <dgm:prSet/>
      <dgm:spPr/>
      <dgm:t>
        <a:bodyPr/>
        <a:lstStyle/>
        <a:p>
          <a:endParaRPr lang="en-US"/>
        </a:p>
      </dgm:t>
    </dgm:pt>
    <dgm:pt modelId="{E951C392-099D-47C2-AD5E-C8A6D192F342}" type="sibTrans" cxnId="{556E191C-E25A-4E77-B5CA-CC8E27FEE63E}">
      <dgm:prSet/>
      <dgm:spPr/>
      <dgm:t>
        <a:bodyPr/>
        <a:lstStyle/>
        <a:p>
          <a:endParaRPr lang="en-US"/>
        </a:p>
      </dgm:t>
    </dgm:pt>
    <dgm:pt modelId="{1E80ED99-ADA1-4A33-8AEB-CF75CCBED598}">
      <dgm:prSet/>
      <dgm:spPr/>
      <dgm:t>
        <a:bodyPr/>
        <a:lstStyle/>
        <a:p>
          <a:r>
            <a:rPr lang="en-GB"/>
            <a:t>Penalización</a:t>
          </a:r>
          <a:endParaRPr lang="en-US"/>
        </a:p>
      </dgm:t>
    </dgm:pt>
    <dgm:pt modelId="{C677E705-2F3B-4CAC-B016-574546675D2C}" type="parTrans" cxnId="{91472374-DCE3-4F76-8D2D-2B003C57FA30}">
      <dgm:prSet/>
      <dgm:spPr/>
      <dgm:t>
        <a:bodyPr/>
        <a:lstStyle/>
        <a:p>
          <a:endParaRPr lang="en-US"/>
        </a:p>
      </dgm:t>
    </dgm:pt>
    <dgm:pt modelId="{865B8594-6721-4BFB-AD1E-B6852BD21F5E}" type="sibTrans" cxnId="{91472374-DCE3-4F76-8D2D-2B003C57FA30}">
      <dgm:prSet/>
      <dgm:spPr/>
      <dgm:t>
        <a:bodyPr/>
        <a:lstStyle/>
        <a:p>
          <a:endParaRPr lang="en-US"/>
        </a:p>
      </dgm:t>
    </dgm:pt>
    <dgm:pt modelId="{47A67DF5-46ED-45C6-828E-E345ACEE9AA7}">
      <dgm:prSet/>
      <dgm:spPr/>
      <dgm:t>
        <a:bodyPr/>
        <a:lstStyle/>
        <a:p>
          <a:r>
            <a:rPr lang="en-GB"/>
            <a:t>Red de interacciones - Lattice</a:t>
          </a:r>
          <a:endParaRPr lang="en-US"/>
        </a:p>
      </dgm:t>
    </dgm:pt>
    <dgm:pt modelId="{52D24A7D-085A-4FAE-B1EE-D87B48C385CA}" type="parTrans" cxnId="{1B05DA46-36ED-46DC-BAF0-0A9558C309F6}">
      <dgm:prSet/>
      <dgm:spPr/>
      <dgm:t>
        <a:bodyPr/>
        <a:lstStyle/>
        <a:p>
          <a:endParaRPr lang="en-US"/>
        </a:p>
      </dgm:t>
    </dgm:pt>
    <dgm:pt modelId="{DE20D0B2-F390-4723-AFB0-F29FFDB51354}" type="sibTrans" cxnId="{1B05DA46-36ED-46DC-BAF0-0A9558C309F6}">
      <dgm:prSet/>
      <dgm:spPr/>
      <dgm:t>
        <a:bodyPr/>
        <a:lstStyle/>
        <a:p>
          <a:endParaRPr lang="en-US"/>
        </a:p>
      </dgm:t>
    </dgm:pt>
    <dgm:pt modelId="{E6887247-34D8-4638-9D0A-27A7628CE25F}" type="pres">
      <dgm:prSet presAssocID="{8CA6E07D-5F65-4A9E-AFFB-606FAD199278}" presName="vert0" presStyleCnt="0">
        <dgm:presLayoutVars>
          <dgm:dir/>
          <dgm:animOne val="branch"/>
          <dgm:animLvl val="lvl"/>
        </dgm:presLayoutVars>
      </dgm:prSet>
      <dgm:spPr/>
    </dgm:pt>
    <dgm:pt modelId="{FFA3990B-D3EF-4B6E-B093-845609C52EE3}" type="pres">
      <dgm:prSet presAssocID="{17F2D08F-581D-4658-8CB4-FA97C96B6FD0}" presName="thickLine" presStyleLbl="alignNode1" presStyleIdx="0" presStyleCnt="5"/>
      <dgm:spPr/>
    </dgm:pt>
    <dgm:pt modelId="{765A4AEA-9EE7-462A-9889-434F72E0B6AB}" type="pres">
      <dgm:prSet presAssocID="{17F2D08F-581D-4658-8CB4-FA97C96B6FD0}" presName="horz1" presStyleCnt="0"/>
      <dgm:spPr/>
    </dgm:pt>
    <dgm:pt modelId="{E85EA231-9381-4AF1-B8FC-DB125BCF6A40}" type="pres">
      <dgm:prSet presAssocID="{17F2D08F-581D-4658-8CB4-FA97C96B6FD0}" presName="tx1" presStyleLbl="revTx" presStyleIdx="0" presStyleCnt="5"/>
      <dgm:spPr/>
    </dgm:pt>
    <dgm:pt modelId="{884401B9-DE03-40B6-92A8-6BB87E464B27}" type="pres">
      <dgm:prSet presAssocID="{17F2D08F-581D-4658-8CB4-FA97C96B6FD0}" presName="vert1" presStyleCnt="0"/>
      <dgm:spPr/>
    </dgm:pt>
    <dgm:pt modelId="{A479044B-6D23-43A3-9D96-4F377C357A03}" type="pres">
      <dgm:prSet presAssocID="{8F630F76-FF4C-42EB-A92A-D8DFBCFEB2F9}" presName="thickLine" presStyleLbl="alignNode1" presStyleIdx="1" presStyleCnt="5"/>
      <dgm:spPr/>
    </dgm:pt>
    <dgm:pt modelId="{025CADF6-E676-4BD4-87B4-3772B240E6D7}" type="pres">
      <dgm:prSet presAssocID="{8F630F76-FF4C-42EB-A92A-D8DFBCFEB2F9}" presName="horz1" presStyleCnt="0"/>
      <dgm:spPr/>
    </dgm:pt>
    <dgm:pt modelId="{CD5E4133-224C-42F9-ADC4-3318F7FA3FD1}" type="pres">
      <dgm:prSet presAssocID="{8F630F76-FF4C-42EB-A92A-D8DFBCFEB2F9}" presName="tx1" presStyleLbl="revTx" presStyleIdx="1" presStyleCnt="5"/>
      <dgm:spPr/>
    </dgm:pt>
    <dgm:pt modelId="{5003D3E5-CD61-4A88-BDB8-CA22AB89F255}" type="pres">
      <dgm:prSet presAssocID="{8F630F76-FF4C-42EB-A92A-D8DFBCFEB2F9}" presName="vert1" presStyleCnt="0"/>
      <dgm:spPr/>
    </dgm:pt>
    <dgm:pt modelId="{490B30E4-CD9A-45A6-8B07-2FD322F46341}" type="pres">
      <dgm:prSet presAssocID="{DDFCEB75-4E9C-472D-A253-411E6B6D549F}" presName="thickLine" presStyleLbl="alignNode1" presStyleIdx="2" presStyleCnt="5"/>
      <dgm:spPr/>
    </dgm:pt>
    <dgm:pt modelId="{63534195-BEDA-4F62-A3EC-F025CF5273CB}" type="pres">
      <dgm:prSet presAssocID="{DDFCEB75-4E9C-472D-A253-411E6B6D549F}" presName="horz1" presStyleCnt="0"/>
      <dgm:spPr/>
    </dgm:pt>
    <dgm:pt modelId="{D6BF1E20-890F-481B-9D77-A7A3FBBB7130}" type="pres">
      <dgm:prSet presAssocID="{DDFCEB75-4E9C-472D-A253-411E6B6D549F}" presName="tx1" presStyleLbl="revTx" presStyleIdx="2" presStyleCnt="5"/>
      <dgm:spPr/>
    </dgm:pt>
    <dgm:pt modelId="{34065279-D048-4720-A092-EDCB4E0DF05D}" type="pres">
      <dgm:prSet presAssocID="{DDFCEB75-4E9C-472D-A253-411E6B6D549F}" presName="vert1" presStyleCnt="0"/>
      <dgm:spPr/>
    </dgm:pt>
    <dgm:pt modelId="{7E33060F-90C7-4CD1-B9FB-9DA5CB0904AB}" type="pres">
      <dgm:prSet presAssocID="{1E80ED99-ADA1-4A33-8AEB-CF75CCBED598}" presName="thickLine" presStyleLbl="alignNode1" presStyleIdx="3" presStyleCnt="5"/>
      <dgm:spPr/>
    </dgm:pt>
    <dgm:pt modelId="{D53F1D1E-BAEA-4817-A15D-8652CD5E8CED}" type="pres">
      <dgm:prSet presAssocID="{1E80ED99-ADA1-4A33-8AEB-CF75CCBED598}" presName="horz1" presStyleCnt="0"/>
      <dgm:spPr/>
    </dgm:pt>
    <dgm:pt modelId="{BBCDA61A-6266-457E-BEC5-ECA8E4902332}" type="pres">
      <dgm:prSet presAssocID="{1E80ED99-ADA1-4A33-8AEB-CF75CCBED598}" presName="tx1" presStyleLbl="revTx" presStyleIdx="3" presStyleCnt="5"/>
      <dgm:spPr/>
    </dgm:pt>
    <dgm:pt modelId="{B2739765-C670-4343-BC0E-50434A3D4C9E}" type="pres">
      <dgm:prSet presAssocID="{1E80ED99-ADA1-4A33-8AEB-CF75CCBED598}" presName="vert1" presStyleCnt="0"/>
      <dgm:spPr/>
    </dgm:pt>
    <dgm:pt modelId="{6F3D5175-AE5D-4042-A5B1-D4F61B9858A7}" type="pres">
      <dgm:prSet presAssocID="{47A67DF5-46ED-45C6-828E-E345ACEE9AA7}" presName="thickLine" presStyleLbl="alignNode1" presStyleIdx="4" presStyleCnt="5"/>
      <dgm:spPr/>
    </dgm:pt>
    <dgm:pt modelId="{1771F5A4-E480-4CB0-BCEF-B46078B1AD0E}" type="pres">
      <dgm:prSet presAssocID="{47A67DF5-46ED-45C6-828E-E345ACEE9AA7}" presName="horz1" presStyleCnt="0"/>
      <dgm:spPr/>
    </dgm:pt>
    <dgm:pt modelId="{4C6D7217-355D-4C04-AB06-DBDDE0F02531}" type="pres">
      <dgm:prSet presAssocID="{47A67DF5-46ED-45C6-828E-E345ACEE9AA7}" presName="tx1" presStyleLbl="revTx" presStyleIdx="4" presStyleCnt="5"/>
      <dgm:spPr/>
    </dgm:pt>
    <dgm:pt modelId="{428C7DE7-91EB-4AE5-AFB1-8467C516824C}" type="pres">
      <dgm:prSet presAssocID="{47A67DF5-46ED-45C6-828E-E345ACEE9AA7}" presName="vert1" presStyleCnt="0"/>
      <dgm:spPr/>
    </dgm:pt>
  </dgm:ptLst>
  <dgm:cxnLst>
    <dgm:cxn modelId="{773C0A16-363E-4C11-A72D-3E6C12389C22}" type="presOf" srcId="{8CA6E07D-5F65-4A9E-AFFB-606FAD199278}" destId="{E6887247-34D8-4638-9D0A-27A7628CE25F}" srcOrd="0" destOrd="0" presId="urn:microsoft.com/office/officeart/2008/layout/LinedList"/>
    <dgm:cxn modelId="{556E191C-E25A-4E77-B5CA-CC8E27FEE63E}" srcId="{8CA6E07D-5F65-4A9E-AFFB-606FAD199278}" destId="{DDFCEB75-4E9C-472D-A253-411E6B6D549F}" srcOrd="2" destOrd="0" parTransId="{28DD9D1A-FEBE-49D6-8E14-D6EC39A4AEF0}" sibTransId="{E951C392-099D-47C2-AD5E-C8A6D192F342}"/>
    <dgm:cxn modelId="{1F93E433-1568-4FA9-9BAD-17DD49DD87BC}" type="presOf" srcId="{47A67DF5-46ED-45C6-828E-E345ACEE9AA7}" destId="{4C6D7217-355D-4C04-AB06-DBDDE0F02531}" srcOrd="0" destOrd="0" presId="urn:microsoft.com/office/officeart/2008/layout/LinedList"/>
    <dgm:cxn modelId="{1B05DA46-36ED-46DC-BAF0-0A9558C309F6}" srcId="{8CA6E07D-5F65-4A9E-AFFB-606FAD199278}" destId="{47A67DF5-46ED-45C6-828E-E345ACEE9AA7}" srcOrd="4" destOrd="0" parTransId="{52D24A7D-085A-4FAE-B1EE-D87B48C385CA}" sibTransId="{DE20D0B2-F390-4723-AFB0-F29FFDB51354}"/>
    <dgm:cxn modelId="{95C9D74A-81EA-4529-B520-F57701022E69}" type="presOf" srcId="{DDFCEB75-4E9C-472D-A253-411E6B6D549F}" destId="{D6BF1E20-890F-481B-9D77-A7A3FBBB7130}" srcOrd="0" destOrd="0" presId="urn:microsoft.com/office/officeart/2008/layout/LinedList"/>
    <dgm:cxn modelId="{0F0C1474-C72C-4A55-AF69-A34F7F5B5812}" srcId="{8CA6E07D-5F65-4A9E-AFFB-606FAD199278}" destId="{17F2D08F-581D-4658-8CB4-FA97C96B6FD0}" srcOrd="0" destOrd="0" parTransId="{9F5A988A-6CAD-4BD4-98E3-895B653780E5}" sibTransId="{5FA04292-28CE-4578-8970-9AA3F0283FE7}"/>
    <dgm:cxn modelId="{91472374-DCE3-4F76-8D2D-2B003C57FA30}" srcId="{8CA6E07D-5F65-4A9E-AFFB-606FAD199278}" destId="{1E80ED99-ADA1-4A33-8AEB-CF75CCBED598}" srcOrd="3" destOrd="0" parTransId="{C677E705-2F3B-4CAC-B016-574546675D2C}" sibTransId="{865B8594-6721-4BFB-AD1E-B6852BD21F5E}"/>
    <dgm:cxn modelId="{990B8D92-B4AB-4825-B773-48802F8D9875}" type="presOf" srcId="{17F2D08F-581D-4658-8CB4-FA97C96B6FD0}" destId="{E85EA231-9381-4AF1-B8FC-DB125BCF6A40}" srcOrd="0" destOrd="0" presId="urn:microsoft.com/office/officeart/2008/layout/LinedList"/>
    <dgm:cxn modelId="{64F5F6A8-E70A-4635-8CCC-04B93B2BF8DB}" type="presOf" srcId="{8F630F76-FF4C-42EB-A92A-D8DFBCFEB2F9}" destId="{CD5E4133-224C-42F9-ADC4-3318F7FA3FD1}" srcOrd="0" destOrd="0" presId="urn:microsoft.com/office/officeart/2008/layout/LinedList"/>
    <dgm:cxn modelId="{72D931C3-0FC8-49C5-B994-E2EC27016EE7}" srcId="{8CA6E07D-5F65-4A9E-AFFB-606FAD199278}" destId="{8F630F76-FF4C-42EB-A92A-D8DFBCFEB2F9}" srcOrd="1" destOrd="0" parTransId="{9DFF3C6E-DCAE-49C5-920F-5F6E4ECF48BB}" sibTransId="{39B379EB-37F5-4411-877F-5AF2025B659E}"/>
    <dgm:cxn modelId="{10F021FE-F976-42DE-B701-F03D87C48D2F}" type="presOf" srcId="{1E80ED99-ADA1-4A33-8AEB-CF75CCBED598}" destId="{BBCDA61A-6266-457E-BEC5-ECA8E4902332}" srcOrd="0" destOrd="0" presId="urn:microsoft.com/office/officeart/2008/layout/LinedList"/>
    <dgm:cxn modelId="{A10A0DDE-3C14-4533-81DC-2011FD94841D}" type="presParOf" srcId="{E6887247-34D8-4638-9D0A-27A7628CE25F}" destId="{FFA3990B-D3EF-4B6E-B093-845609C52EE3}" srcOrd="0" destOrd="0" presId="urn:microsoft.com/office/officeart/2008/layout/LinedList"/>
    <dgm:cxn modelId="{6CDA4DC5-BA37-4597-A47A-730318E9549F}" type="presParOf" srcId="{E6887247-34D8-4638-9D0A-27A7628CE25F}" destId="{765A4AEA-9EE7-462A-9889-434F72E0B6AB}" srcOrd="1" destOrd="0" presId="urn:microsoft.com/office/officeart/2008/layout/LinedList"/>
    <dgm:cxn modelId="{26F43FEC-8818-4C48-A405-98E348DC091A}" type="presParOf" srcId="{765A4AEA-9EE7-462A-9889-434F72E0B6AB}" destId="{E85EA231-9381-4AF1-B8FC-DB125BCF6A40}" srcOrd="0" destOrd="0" presId="urn:microsoft.com/office/officeart/2008/layout/LinedList"/>
    <dgm:cxn modelId="{C3E18993-349C-4BF5-941A-7F9F64D34956}" type="presParOf" srcId="{765A4AEA-9EE7-462A-9889-434F72E0B6AB}" destId="{884401B9-DE03-40B6-92A8-6BB87E464B27}" srcOrd="1" destOrd="0" presId="urn:microsoft.com/office/officeart/2008/layout/LinedList"/>
    <dgm:cxn modelId="{FF5F0115-1711-45A4-BEC1-3972721410D2}" type="presParOf" srcId="{E6887247-34D8-4638-9D0A-27A7628CE25F}" destId="{A479044B-6D23-43A3-9D96-4F377C357A03}" srcOrd="2" destOrd="0" presId="urn:microsoft.com/office/officeart/2008/layout/LinedList"/>
    <dgm:cxn modelId="{C8502DCF-2E47-4447-89B0-6822D6C0EE0B}" type="presParOf" srcId="{E6887247-34D8-4638-9D0A-27A7628CE25F}" destId="{025CADF6-E676-4BD4-87B4-3772B240E6D7}" srcOrd="3" destOrd="0" presId="urn:microsoft.com/office/officeart/2008/layout/LinedList"/>
    <dgm:cxn modelId="{E37F85AA-D39E-464B-93BF-411A7E28C482}" type="presParOf" srcId="{025CADF6-E676-4BD4-87B4-3772B240E6D7}" destId="{CD5E4133-224C-42F9-ADC4-3318F7FA3FD1}" srcOrd="0" destOrd="0" presId="urn:microsoft.com/office/officeart/2008/layout/LinedList"/>
    <dgm:cxn modelId="{66E0568B-C042-4294-B5AA-0EA22823CCC6}" type="presParOf" srcId="{025CADF6-E676-4BD4-87B4-3772B240E6D7}" destId="{5003D3E5-CD61-4A88-BDB8-CA22AB89F255}" srcOrd="1" destOrd="0" presId="urn:microsoft.com/office/officeart/2008/layout/LinedList"/>
    <dgm:cxn modelId="{62503692-9E93-4E4D-AC67-1DA510C4FE11}" type="presParOf" srcId="{E6887247-34D8-4638-9D0A-27A7628CE25F}" destId="{490B30E4-CD9A-45A6-8B07-2FD322F46341}" srcOrd="4" destOrd="0" presId="urn:microsoft.com/office/officeart/2008/layout/LinedList"/>
    <dgm:cxn modelId="{996F02D2-596C-4198-8531-D484AFC75282}" type="presParOf" srcId="{E6887247-34D8-4638-9D0A-27A7628CE25F}" destId="{63534195-BEDA-4F62-A3EC-F025CF5273CB}" srcOrd="5" destOrd="0" presId="urn:microsoft.com/office/officeart/2008/layout/LinedList"/>
    <dgm:cxn modelId="{C99FE627-6417-4E70-810D-D6BE85876C6C}" type="presParOf" srcId="{63534195-BEDA-4F62-A3EC-F025CF5273CB}" destId="{D6BF1E20-890F-481B-9D77-A7A3FBBB7130}" srcOrd="0" destOrd="0" presId="urn:microsoft.com/office/officeart/2008/layout/LinedList"/>
    <dgm:cxn modelId="{FF1F876D-3AC3-4DC5-A29D-56E8C7ED9271}" type="presParOf" srcId="{63534195-BEDA-4F62-A3EC-F025CF5273CB}" destId="{34065279-D048-4720-A092-EDCB4E0DF05D}" srcOrd="1" destOrd="0" presId="urn:microsoft.com/office/officeart/2008/layout/LinedList"/>
    <dgm:cxn modelId="{9D0B7B1A-9C22-4D49-BAE4-1A1A402454BB}" type="presParOf" srcId="{E6887247-34D8-4638-9D0A-27A7628CE25F}" destId="{7E33060F-90C7-4CD1-B9FB-9DA5CB0904AB}" srcOrd="6" destOrd="0" presId="urn:microsoft.com/office/officeart/2008/layout/LinedList"/>
    <dgm:cxn modelId="{77E1F05B-72AA-490C-9048-00BF7006FB64}" type="presParOf" srcId="{E6887247-34D8-4638-9D0A-27A7628CE25F}" destId="{D53F1D1E-BAEA-4817-A15D-8652CD5E8CED}" srcOrd="7" destOrd="0" presId="urn:microsoft.com/office/officeart/2008/layout/LinedList"/>
    <dgm:cxn modelId="{C4D78467-02A8-4E2A-B719-045E8FBFE776}" type="presParOf" srcId="{D53F1D1E-BAEA-4817-A15D-8652CD5E8CED}" destId="{BBCDA61A-6266-457E-BEC5-ECA8E4902332}" srcOrd="0" destOrd="0" presId="urn:microsoft.com/office/officeart/2008/layout/LinedList"/>
    <dgm:cxn modelId="{BBF39626-ED0E-41AB-B124-28EECEE65A85}" type="presParOf" srcId="{D53F1D1E-BAEA-4817-A15D-8652CD5E8CED}" destId="{B2739765-C670-4343-BC0E-50434A3D4C9E}" srcOrd="1" destOrd="0" presId="urn:microsoft.com/office/officeart/2008/layout/LinedList"/>
    <dgm:cxn modelId="{F4517235-3BEC-4C8A-98CA-856BD69F04F4}" type="presParOf" srcId="{E6887247-34D8-4638-9D0A-27A7628CE25F}" destId="{6F3D5175-AE5D-4042-A5B1-D4F61B9858A7}" srcOrd="8" destOrd="0" presId="urn:microsoft.com/office/officeart/2008/layout/LinedList"/>
    <dgm:cxn modelId="{0D94ACA5-107E-4375-9F8B-777BD358C670}" type="presParOf" srcId="{E6887247-34D8-4638-9D0A-27A7628CE25F}" destId="{1771F5A4-E480-4CB0-BCEF-B46078B1AD0E}" srcOrd="9" destOrd="0" presId="urn:microsoft.com/office/officeart/2008/layout/LinedList"/>
    <dgm:cxn modelId="{02D46DE2-7D35-4AE4-9995-94DD5125E792}" type="presParOf" srcId="{1771F5A4-E480-4CB0-BCEF-B46078B1AD0E}" destId="{4C6D7217-355D-4C04-AB06-DBDDE0F02531}" srcOrd="0" destOrd="0" presId="urn:microsoft.com/office/officeart/2008/layout/LinedList"/>
    <dgm:cxn modelId="{D282FFAD-E12B-4C9E-B52C-8381025AB1D3}" type="presParOf" srcId="{1771F5A4-E480-4CB0-BCEF-B46078B1AD0E}" destId="{428C7DE7-91EB-4AE5-AFB1-8467C516824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B1E085-8B5C-4CF0-8A97-896C88173DB1}">
      <dsp:nvSpPr>
        <dsp:cNvPr id="0" name=""/>
        <dsp:cNvSpPr/>
      </dsp:nvSpPr>
      <dsp:spPr>
        <a:xfrm>
          <a:off x="0" y="0"/>
          <a:ext cx="972007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F4C630E-979C-45DF-831C-0FD87B74EB6C}">
      <dsp:nvSpPr>
        <dsp:cNvPr id="0" name=""/>
        <dsp:cNvSpPr/>
      </dsp:nvSpPr>
      <dsp:spPr>
        <a:xfrm>
          <a:off x="0" y="0"/>
          <a:ext cx="9720072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Impacto</a:t>
          </a:r>
          <a:endParaRPr lang="en-US" sz="4000" kern="1200" dirty="0"/>
        </a:p>
      </dsp:txBody>
      <dsp:txXfrm>
        <a:off x="0" y="0"/>
        <a:ext cx="9720072" cy="2011680"/>
      </dsp:txXfrm>
    </dsp:sp>
    <dsp:sp modelId="{05FBBF3A-0599-4E16-AF46-F71BABDEA205}">
      <dsp:nvSpPr>
        <dsp:cNvPr id="0" name=""/>
        <dsp:cNvSpPr/>
      </dsp:nvSpPr>
      <dsp:spPr>
        <a:xfrm>
          <a:off x="0" y="2011680"/>
          <a:ext cx="9720072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100000"/>
                <a:shade val="85000"/>
                <a:satMod val="10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ln w="952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50800" dist="12700" dir="5400000" algn="ctr" rotWithShape="0">
            <a:srgbClr val="000000">
              <a:alpha val="50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ED44AF5-7C25-45D6-807B-3B4D4A25A470}">
      <dsp:nvSpPr>
        <dsp:cNvPr id="0" name=""/>
        <dsp:cNvSpPr/>
      </dsp:nvSpPr>
      <dsp:spPr>
        <a:xfrm>
          <a:off x="0" y="2011680"/>
          <a:ext cx="9720072" cy="2011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000" kern="1200" dirty="0" err="1"/>
            <a:t>Consecuencias</a:t>
          </a:r>
          <a:endParaRPr lang="en-US" sz="4000" kern="1200" dirty="0"/>
        </a:p>
      </dsp:txBody>
      <dsp:txXfrm>
        <a:off x="0" y="2011680"/>
        <a:ext cx="9720072" cy="20116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A3990B-D3EF-4B6E-B093-845609C52EE3}">
      <dsp:nvSpPr>
        <dsp:cNvPr id="0" name=""/>
        <dsp:cNvSpPr/>
      </dsp:nvSpPr>
      <dsp:spPr>
        <a:xfrm>
          <a:off x="0" y="491"/>
          <a:ext cx="972007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5EA231-9381-4AF1-B8FC-DB125BCF6A40}">
      <dsp:nvSpPr>
        <dsp:cNvPr id="0" name=""/>
        <dsp:cNvSpPr/>
      </dsp:nvSpPr>
      <dsp:spPr>
        <a:xfrm>
          <a:off x="0" y="491"/>
          <a:ext cx="9720072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/>
            <a:t>Espines</a:t>
          </a:r>
          <a:endParaRPr lang="en-US" sz="4000" kern="1200" dirty="0"/>
        </a:p>
      </dsp:txBody>
      <dsp:txXfrm>
        <a:off x="0" y="491"/>
        <a:ext cx="9720072" cy="804475"/>
      </dsp:txXfrm>
    </dsp:sp>
    <dsp:sp modelId="{A479044B-6D23-43A3-9D96-4F377C357A03}">
      <dsp:nvSpPr>
        <dsp:cNvPr id="0" name=""/>
        <dsp:cNvSpPr/>
      </dsp:nvSpPr>
      <dsp:spPr>
        <a:xfrm>
          <a:off x="0" y="804966"/>
          <a:ext cx="972007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E4133-224C-42F9-ADC4-3318F7FA3FD1}">
      <dsp:nvSpPr>
        <dsp:cNvPr id="0" name=""/>
        <dsp:cNvSpPr/>
      </dsp:nvSpPr>
      <dsp:spPr>
        <a:xfrm>
          <a:off x="0" y="804966"/>
          <a:ext cx="9720072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/>
            <a:t>Temperatura social (T)</a:t>
          </a:r>
          <a:endParaRPr lang="en-US" sz="4000" kern="1200"/>
        </a:p>
      </dsp:txBody>
      <dsp:txXfrm>
        <a:off x="0" y="804966"/>
        <a:ext cx="9720072" cy="804475"/>
      </dsp:txXfrm>
    </dsp:sp>
    <dsp:sp modelId="{490B30E4-CD9A-45A6-8B07-2FD322F46341}">
      <dsp:nvSpPr>
        <dsp:cNvPr id="0" name=""/>
        <dsp:cNvSpPr/>
      </dsp:nvSpPr>
      <dsp:spPr>
        <a:xfrm>
          <a:off x="0" y="1609442"/>
          <a:ext cx="972007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BF1E20-890F-481B-9D77-A7A3FBBB7130}">
      <dsp:nvSpPr>
        <dsp:cNvPr id="0" name=""/>
        <dsp:cNvSpPr/>
      </dsp:nvSpPr>
      <dsp:spPr>
        <a:xfrm>
          <a:off x="0" y="1609442"/>
          <a:ext cx="9720072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Probabilidad de auditoria</a:t>
          </a:r>
          <a:endParaRPr lang="en-US" sz="4000" kern="1200"/>
        </a:p>
      </dsp:txBody>
      <dsp:txXfrm>
        <a:off x="0" y="1609442"/>
        <a:ext cx="9720072" cy="804475"/>
      </dsp:txXfrm>
    </dsp:sp>
    <dsp:sp modelId="{7E33060F-90C7-4CD1-B9FB-9DA5CB0904AB}">
      <dsp:nvSpPr>
        <dsp:cNvPr id="0" name=""/>
        <dsp:cNvSpPr/>
      </dsp:nvSpPr>
      <dsp:spPr>
        <a:xfrm>
          <a:off x="0" y="2413917"/>
          <a:ext cx="972007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DA61A-6266-457E-BEC5-ECA8E4902332}">
      <dsp:nvSpPr>
        <dsp:cNvPr id="0" name=""/>
        <dsp:cNvSpPr/>
      </dsp:nvSpPr>
      <dsp:spPr>
        <a:xfrm>
          <a:off x="0" y="2413917"/>
          <a:ext cx="9720072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Penalización</a:t>
          </a:r>
          <a:endParaRPr lang="en-US" sz="4000" kern="1200"/>
        </a:p>
      </dsp:txBody>
      <dsp:txXfrm>
        <a:off x="0" y="2413917"/>
        <a:ext cx="9720072" cy="804475"/>
      </dsp:txXfrm>
    </dsp:sp>
    <dsp:sp modelId="{6F3D5175-AE5D-4042-A5B1-D4F61B9858A7}">
      <dsp:nvSpPr>
        <dsp:cNvPr id="0" name=""/>
        <dsp:cNvSpPr/>
      </dsp:nvSpPr>
      <dsp:spPr>
        <a:xfrm>
          <a:off x="0" y="3218393"/>
          <a:ext cx="972007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D7217-355D-4C04-AB06-DBDDE0F02531}">
      <dsp:nvSpPr>
        <dsp:cNvPr id="0" name=""/>
        <dsp:cNvSpPr/>
      </dsp:nvSpPr>
      <dsp:spPr>
        <a:xfrm>
          <a:off x="0" y="3218393"/>
          <a:ext cx="9720072" cy="8044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0" tIns="152400" rIns="152400" bIns="152400" numCol="1" spcCol="1270" anchor="t" anchorCtr="0">
          <a:noAutofit/>
        </a:bodyPr>
        <a:lstStyle/>
        <a:p>
          <a:pPr marL="0" lvl="0" indent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000" kern="1200"/>
            <a:t>Red de interacciones - Lattice</a:t>
          </a:r>
          <a:endParaRPr lang="en-US" sz="4000" kern="1200"/>
        </a:p>
      </dsp:txBody>
      <dsp:txXfrm>
        <a:off x="0" y="3218393"/>
        <a:ext cx="9720072" cy="8044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9BF0B33-9085-40C9-93A5-AB92D1B9A222}" type="datetime1">
              <a:rPr lang="en-GB" smtClean="0"/>
              <a:t>30/06/2025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720C7-6FB5-45BA-BDBA-48D2872F91F1}" type="datetime1">
              <a:rPr lang="en-GB" smtClean="0"/>
              <a:pPr/>
              <a:t>30/06/2025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n-GB" noProof="0" dirty="0"/>
              <a:t>Click to edit Master text styles</a:t>
            </a:r>
          </a:p>
          <a:p>
            <a:pPr lvl="1" rtl="0"/>
            <a:r>
              <a:rPr lang="en-GB" noProof="0" dirty="0"/>
              <a:t>Second level</a:t>
            </a:r>
          </a:p>
          <a:p>
            <a:pPr lvl="2" rtl="0"/>
            <a:r>
              <a:rPr lang="en-GB" noProof="0" dirty="0"/>
              <a:t>Third level</a:t>
            </a:r>
          </a:p>
          <a:p>
            <a:pPr lvl="3" rtl="0"/>
            <a:r>
              <a:rPr lang="en-GB" noProof="0" dirty="0"/>
              <a:t>Fourth level</a:t>
            </a:r>
          </a:p>
          <a:p>
            <a:pPr lvl="4" rtl="0"/>
            <a:r>
              <a:rPr lang="en-GB" noProof="0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en-GB" noProof="0" smtClean="0"/>
              <a:t>‹#›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59845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en-US" noProof="0"/>
              <a:t>Click to edit Master subtitle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noProof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en-GB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en-GB" noProof="0" smtClean="0"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en-GB" noProof="0" smtClean="0"/>
              <a:pPr/>
              <a:t>‹#›</a:t>
            </a:fld>
            <a:endParaRPr lang="en-GB" noProof="0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3.png"/><Relationship Id="rId5" Type="http://schemas.openxmlformats.org/officeDocument/2006/relationships/diagramColors" Target="../diagrams/colors1.xml"/><Relationship Id="rId10" Type="http://schemas.openxmlformats.org/officeDocument/2006/relationships/image" Target="../media/image7.svg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7" Type="http://schemas.openxmlformats.org/officeDocument/2006/relationships/image" Target="../media/image3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 fontScale="90000"/>
          </a:bodyPr>
          <a:lstStyle/>
          <a:p>
            <a:pPr algn="l" rtl="0"/>
            <a:r>
              <a:rPr lang="en-GB" dirty="0">
                <a:solidFill>
                  <a:srgbClr val="FFFFFF"/>
                </a:solidFill>
              </a:rPr>
              <a:t>El </a:t>
            </a:r>
            <a:r>
              <a:rPr lang="en-GB" dirty="0" err="1">
                <a:solidFill>
                  <a:srgbClr val="FFFFFF"/>
                </a:solidFill>
              </a:rPr>
              <a:t>modelo</a:t>
            </a:r>
            <a:r>
              <a:rPr lang="en-GB" dirty="0">
                <a:solidFill>
                  <a:srgbClr val="FFFFFF"/>
                </a:solidFill>
              </a:rPr>
              <a:t> de </a:t>
            </a:r>
            <a:r>
              <a:rPr lang="en-GB" dirty="0" err="1">
                <a:solidFill>
                  <a:srgbClr val="FFFFFF"/>
                </a:solidFill>
              </a:rPr>
              <a:t>ising</a:t>
            </a:r>
            <a:r>
              <a:rPr lang="en-GB" dirty="0">
                <a:solidFill>
                  <a:srgbClr val="FFFFFF"/>
                </a:solidFill>
              </a:rPr>
              <a:t> para </a:t>
            </a:r>
            <a:r>
              <a:rPr lang="en-GB" dirty="0" err="1">
                <a:solidFill>
                  <a:srgbClr val="FFFFFF"/>
                </a:solidFill>
              </a:rPr>
              <a:t>analizar</a:t>
            </a:r>
            <a:r>
              <a:rPr lang="en-GB" dirty="0">
                <a:solidFill>
                  <a:srgbClr val="FFFFFF"/>
                </a:solidFill>
              </a:rPr>
              <a:t> la evasion fiscal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85000" lnSpcReduction="20000"/>
          </a:bodyPr>
          <a:lstStyle/>
          <a:p>
            <a:pPr rtl="0"/>
            <a:r>
              <a:rPr lang="en-GB" dirty="0">
                <a:solidFill>
                  <a:srgbClr val="FFFFFF"/>
                </a:solidFill>
              </a:rPr>
              <a:t>Autor: Miguel Laloma Cabrera</a:t>
            </a:r>
          </a:p>
          <a:p>
            <a:pPr rtl="0"/>
            <a:r>
              <a:rPr lang="en-GB" dirty="0">
                <a:solidFill>
                  <a:srgbClr val="FFFFFF"/>
                </a:solidFill>
              </a:rPr>
              <a:t>Tutor: Manuel Rodríguez </a:t>
            </a:r>
            <a:r>
              <a:rPr lang="en-GB" dirty="0" err="1">
                <a:solidFill>
                  <a:srgbClr val="FFFFFF"/>
                </a:solidFill>
              </a:rPr>
              <a:t>Leret</a:t>
            </a:r>
            <a:endParaRPr lang="en-GB" dirty="0">
              <a:solidFill>
                <a:srgbClr val="FFFFFF"/>
              </a:solidFill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Imagen corporativa - Fundación San Pablo Andalucía CEU">
            <a:extLst>
              <a:ext uri="{FF2B5EF4-FFF2-40B4-BE49-F238E27FC236}">
                <a16:creationId xmlns:a16="http://schemas.microsoft.com/office/drawing/2014/main" id="{0FC7855B-14EB-1945-C059-BFBAF112B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190D2-3080-B6F1-DC27-E118B9CA6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Índice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C266D6-A36C-B353-8D2F-68A3A515D1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Introducción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Evasión Fiscal y Análisis de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Modelo de Ising y simulación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dirty="0"/>
              <a:t> Conclusiones y líneas futuras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C1572-7230-67E3-CEAE-971A1B44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14C301-067F-17AC-615C-E23304CFA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2</a:t>
            </a:fld>
            <a:endParaRPr lang="en-GB" noProof="0" dirty="0"/>
          </a:p>
        </p:txBody>
      </p:sp>
      <p:pic>
        <p:nvPicPr>
          <p:cNvPr id="6" name="Picture 2" descr="Imagen corporativa - Fundación San Pablo Andalucía CEU">
            <a:extLst>
              <a:ext uri="{FF2B5EF4-FFF2-40B4-BE49-F238E27FC236}">
                <a16:creationId xmlns:a16="http://schemas.microsoft.com/office/drawing/2014/main" id="{BF1D251A-7422-A0F9-6ED4-36FF8AD4E86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5743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ABE9D-480F-1E81-D96F-16F67BF1F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Introducción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52AF9-1C04-DC8E-FA7E-B5366BF2D1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8EFF6A-E005-6EEA-8255-3FBB604CE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AB3907-81EA-948C-5C1B-4AF752806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3</a:t>
            </a:fld>
            <a:endParaRPr lang="en-GB" noProof="0" dirty="0"/>
          </a:p>
        </p:txBody>
      </p:sp>
      <p:pic>
        <p:nvPicPr>
          <p:cNvPr id="6" name="Picture 2" descr="Imagen corporativa - Fundación San Pablo Andalucía CEU">
            <a:extLst>
              <a:ext uri="{FF2B5EF4-FFF2-40B4-BE49-F238E27FC236}">
                <a16:creationId xmlns:a16="http://schemas.microsoft.com/office/drawing/2014/main" id="{B2379F5A-6C5F-3F9C-F43F-A6DED92A865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0508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BDA3-7AFB-1768-FA15-E844EF857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es-ES" dirty="0"/>
              <a:t>Evasión fiscal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AA9AEA-B8ED-61BA-F0D3-0B969C6973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noProof="0"/>
              <a:t>02/07/2025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2BC86-22CE-6B85-D7F2-36FCB614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FAB73BC-B049-4115-A692-8D63A059BFB8}" type="slidenum">
              <a:rPr lang="en-GB" noProof="0" smtClean="0"/>
              <a:pPr rtl="0">
                <a:spcAft>
                  <a:spcPts val="600"/>
                </a:spcAft>
              </a:pPr>
              <a:t>4</a:t>
            </a:fld>
            <a:endParaRPr lang="en-GB" noProof="0"/>
          </a:p>
        </p:txBody>
      </p:sp>
      <p:graphicFrame>
        <p:nvGraphicFramePr>
          <p:cNvPr id="33" name="Content Placeholder 2">
            <a:extLst>
              <a:ext uri="{FF2B5EF4-FFF2-40B4-BE49-F238E27FC236}">
                <a16:creationId xmlns:a16="http://schemas.microsoft.com/office/drawing/2014/main" id="{27A4C1CE-A784-CE58-543F-E1A09079EA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27694416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7" name="Graphic 36" descr="Bar graph with downward trend outline">
            <a:extLst>
              <a:ext uri="{FF2B5EF4-FFF2-40B4-BE49-F238E27FC236}">
                <a16:creationId xmlns:a16="http://schemas.microsoft.com/office/drawing/2014/main" id="{7961692C-EE36-C07A-ED3F-9438970C642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4582" y="4681430"/>
            <a:ext cx="1139068" cy="1139068"/>
          </a:xfrm>
          <a:prstGeom prst="rect">
            <a:avLst/>
          </a:prstGeom>
        </p:spPr>
      </p:pic>
      <p:pic>
        <p:nvPicPr>
          <p:cNvPr id="39" name="Graphic 38" descr="Bullseye outline">
            <a:extLst>
              <a:ext uri="{FF2B5EF4-FFF2-40B4-BE49-F238E27FC236}">
                <a16:creationId xmlns:a16="http://schemas.microsoft.com/office/drawing/2014/main" id="{4AD0BC00-053A-5A8B-919F-EBC430B5795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014581" y="2695840"/>
            <a:ext cx="1139069" cy="1139069"/>
          </a:xfrm>
          <a:prstGeom prst="rect">
            <a:avLst/>
          </a:prstGeom>
        </p:spPr>
      </p:pic>
      <p:pic>
        <p:nvPicPr>
          <p:cNvPr id="40" name="Picture 2" descr="Imagen corporativa - Fundación San Pablo Andalucía CEU">
            <a:extLst>
              <a:ext uri="{FF2B5EF4-FFF2-40B4-BE49-F238E27FC236}">
                <a16:creationId xmlns:a16="http://schemas.microsoft.com/office/drawing/2014/main" id="{95126A0C-D0E0-00AC-D956-E4541EDB2011}"/>
              </a:ext>
            </a:extLst>
          </p:cNvPr>
          <p:cNvPicPr/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87753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5A2F4-C68A-79FA-87A3-657B07BAD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Análisis de datos</a:t>
            </a:r>
            <a:endParaRPr lang="en-GB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EF6654FA-572D-72BD-AC31-9B48DB286A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2377" y="2286000"/>
            <a:ext cx="6423383" cy="4022725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031CE1-78FC-27D2-1989-AF57BAC6A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88F0C1-734B-F05D-5D43-3AAA3C817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8" name="Picture 2" descr="Imagen corporativa - Fundación San Pablo Andalucía CEU">
            <a:extLst>
              <a:ext uri="{FF2B5EF4-FFF2-40B4-BE49-F238E27FC236}">
                <a16:creationId xmlns:a16="http://schemas.microsoft.com/office/drawing/2014/main" id="{39AC58A2-EE74-0889-B0D7-8024642E67B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49201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9861-759F-F11D-009F-AEF33F206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anchor="ctr">
            <a:normAutofit/>
          </a:bodyPr>
          <a:lstStyle/>
          <a:p>
            <a:r>
              <a:rPr lang="es-ES" dirty="0"/>
              <a:t>Modelo de Ising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C2E7-C4E5-5D56-8BD2-0E9FA15C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4129" y="6470704"/>
            <a:ext cx="2154143" cy="27432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noProof="0"/>
              <a:t>02/07/2025</a:t>
            </a:r>
            <a:endParaRPr lang="en-GB" noProof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60FB1-1ED4-E1CF-CB7C-D1D1C8CD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37333" y="6470704"/>
            <a:ext cx="973667" cy="274320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4FAB73BC-B049-4115-A692-8D63A059BFB8}" type="slidenum">
              <a:rPr lang="en-GB" noProof="0" smtClean="0"/>
              <a:pPr rtl="0">
                <a:spcAft>
                  <a:spcPts val="600"/>
                </a:spcAft>
              </a:pPr>
              <a:t>6</a:t>
            </a:fld>
            <a:endParaRPr lang="en-GB" noProof="0"/>
          </a:p>
        </p:txBody>
      </p:sp>
      <p:graphicFrame>
        <p:nvGraphicFramePr>
          <p:cNvPr id="9" name="Content Placeholder 6">
            <a:extLst>
              <a:ext uri="{FF2B5EF4-FFF2-40B4-BE49-F238E27FC236}">
                <a16:creationId xmlns:a16="http://schemas.microsoft.com/office/drawing/2014/main" id="{C8B71B16-3AD3-F696-4E6A-A627B5FF93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5622860"/>
              </p:ext>
            </p:extLst>
          </p:nvPr>
        </p:nvGraphicFramePr>
        <p:xfrm>
          <a:off x="1024128" y="2286000"/>
          <a:ext cx="9720073" cy="40233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Picture 2" descr="Imagen corporativa - Fundación San Pablo Andalucía CEU">
            <a:extLst>
              <a:ext uri="{FF2B5EF4-FFF2-40B4-BE49-F238E27FC236}">
                <a16:creationId xmlns:a16="http://schemas.microsoft.com/office/drawing/2014/main" id="{7AC436B5-F606-ECA1-480B-45E4B1EE9545}"/>
              </a:ext>
            </a:extLst>
          </p:cNvPr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5142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D9861-759F-F11D-009F-AEF33F20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Modelo de Ising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6FC2E7-C4E5-5D56-8BD2-0E9FA15C5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C60FB1-1ED4-E1CF-CB7C-D1D1C8CD3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7</a:t>
            </a:fld>
            <a:endParaRPr lang="en-GB" noProof="0" dirty="0"/>
          </a:p>
        </p:txBody>
      </p:sp>
      <p:pic>
        <p:nvPicPr>
          <p:cNvPr id="3076" name="Picture 4" descr="Modelo de Ising - Wikipedia, la enciclopedia libre">
            <a:extLst>
              <a:ext uri="{FF2B5EF4-FFF2-40B4-BE49-F238E27FC236}">
                <a16:creationId xmlns:a16="http://schemas.microsoft.com/office/drawing/2014/main" id="{FD547960-AEAE-1971-EB08-7E74147DB83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938" y="2430262"/>
            <a:ext cx="9720262" cy="373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magen corporativa - Fundación San Pablo Andalucía CEU">
            <a:extLst>
              <a:ext uri="{FF2B5EF4-FFF2-40B4-BE49-F238E27FC236}">
                <a16:creationId xmlns:a16="http://schemas.microsoft.com/office/drawing/2014/main" id="{F4B0F101-02D4-7F84-77E1-ADEC77B5444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206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 rtlCol="0">
            <a:normAutofit/>
          </a:bodyPr>
          <a:lstStyle/>
          <a:p>
            <a:pPr rtl="0"/>
            <a:r>
              <a:rPr lang="en-GB" dirty="0" err="1"/>
              <a:t>Simulación</a:t>
            </a:r>
            <a:endParaRPr lang="en-GB" dirty="0"/>
          </a:p>
        </p:txBody>
      </p:sp>
      <p:pic>
        <p:nvPicPr>
          <p:cNvPr id="3" name="Picture 2" descr="Imagen corporativa - Fundación San Pablo Andalucía CEU">
            <a:extLst>
              <a:ext uri="{FF2B5EF4-FFF2-40B4-BE49-F238E27FC236}">
                <a16:creationId xmlns:a16="http://schemas.microsoft.com/office/drawing/2014/main" id="{0BD81BE2-64ED-D40F-4D9B-A23BFEB2B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C8163-4DA8-BD4C-198B-32E4C6A6C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484B8-5401-A575-83E7-06F8B0E02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8</a:t>
            </a:fld>
            <a:endParaRPr lang="en-GB" noProof="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B11FF929-CD80-54B5-DD35-B23E2090C2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3310975" y="2286000"/>
            <a:ext cx="5146188" cy="4022725"/>
          </a:xfrm>
        </p:spPr>
      </p:pic>
    </p:spTree>
    <p:extLst>
      <p:ext uri="{BB962C8B-B14F-4D97-AF65-F5344CB8AC3E}">
        <p14:creationId xmlns:p14="http://schemas.microsoft.com/office/powerpoint/2010/main" val="140174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89B8A-D2CA-7AB0-05F0-07A329DE5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Conclusiones y líneas futuras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E04FF-E68F-F861-6F07-F341D2546F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883EF-3158-692D-639E-CD51B2896C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r>
              <a:rPr lang="en-US" noProof="0"/>
              <a:t>02/07/2025</a:t>
            </a:r>
            <a:endParaRPr lang="en-GB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38086-17F1-CA4E-5F1D-23F7D1237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4FAB73BC-B049-4115-A692-8D63A059BFB8}" type="slidenum">
              <a:rPr lang="en-GB" noProof="0" smtClean="0"/>
              <a:t>9</a:t>
            </a:fld>
            <a:endParaRPr lang="en-GB" noProof="0" dirty="0"/>
          </a:p>
        </p:txBody>
      </p:sp>
      <p:pic>
        <p:nvPicPr>
          <p:cNvPr id="6" name="Picture 2" descr="Imagen corporativa - Fundación San Pablo Andalucía CEU">
            <a:extLst>
              <a:ext uri="{FF2B5EF4-FFF2-40B4-BE49-F238E27FC236}">
                <a16:creationId xmlns:a16="http://schemas.microsoft.com/office/drawing/2014/main" id="{12C74B94-5575-EA1C-C81D-E34E622EF3DA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77679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B922-1C15-0688-2B96-47D1C6ADED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Muchas gracias por su atención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02014A-D9B0-B860-A47B-C2CE78490E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Miguel Laloma</a:t>
            </a:r>
            <a:endParaRPr lang="en-GB" dirty="0"/>
          </a:p>
        </p:txBody>
      </p:sp>
      <p:pic>
        <p:nvPicPr>
          <p:cNvPr id="4" name="Picture 2" descr="Imagen corporativa - Fundación San Pablo Andalucía CEU">
            <a:extLst>
              <a:ext uri="{FF2B5EF4-FFF2-40B4-BE49-F238E27FC236}">
                <a16:creationId xmlns:a16="http://schemas.microsoft.com/office/drawing/2014/main" id="{B00D06A7-9321-C198-8348-9BE0BCED5739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50040" y="6189735"/>
            <a:ext cx="945214" cy="668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760374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7643_TF22378848.potx" id="{6BBE7CC7-35DD-4A68-AF50-43E942A5F51F}" vid="{D3513AAA-9640-405D-ACB4-14E37EB0144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Integral design</Template>
  <TotalTime>1374</TotalTime>
  <Words>99</Words>
  <Application>Microsoft Office PowerPoint</Application>
  <PresentationFormat>Widescreen</PresentationFormat>
  <Paragraphs>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Tw Cen MT</vt:lpstr>
      <vt:lpstr>Tw Cen MT Condensed</vt:lpstr>
      <vt:lpstr>Wingdings 3</vt:lpstr>
      <vt:lpstr>Integral</vt:lpstr>
      <vt:lpstr>El modelo de ising para analizar la evasion fiscal</vt:lpstr>
      <vt:lpstr>Índice</vt:lpstr>
      <vt:lpstr>Introducción</vt:lpstr>
      <vt:lpstr>Evasión fiscal</vt:lpstr>
      <vt:lpstr>Análisis de datos</vt:lpstr>
      <vt:lpstr>Modelo de Ising</vt:lpstr>
      <vt:lpstr>Modelo de Ising</vt:lpstr>
      <vt:lpstr>Simulación</vt:lpstr>
      <vt:lpstr>Conclusiones y líneas futuras</vt:lpstr>
      <vt:lpstr>Muchas gracias por su atención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Laloma Cabrera, Miguel</dc:creator>
  <cp:lastModifiedBy>Laloma Cabrera, Miguel</cp:lastModifiedBy>
  <cp:revision>2</cp:revision>
  <dcterms:created xsi:type="dcterms:W3CDTF">2025-06-30T13:17:03Z</dcterms:created>
  <dcterms:modified xsi:type="dcterms:W3CDTF">2025-07-01T12:11:25Z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