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8" r:id="rId6"/>
    <p:sldId id="280" r:id="rId7"/>
    <p:sldId id="279" r:id="rId8"/>
    <p:sldId id="283" r:id="rId9"/>
    <p:sldId id="282" r:id="rId10"/>
    <p:sldId id="291" r:id="rId11"/>
    <p:sldId id="281" r:id="rId12"/>
    <p:sldId id="293" r:id="rId13"/>
    <p:sldId id="294" r:id="rId14"/>
    <p:sldId id="289" r:id="rId15"/>
    <p:sldId id="290" r:id="rId16"/>
    <p:sldId id="285" r:id="rId17"/>
    <p:sldId id="287" r:id="rId18"/>
  </p:sldIdLst>
  <p:sldSz cx="12192000" cy="6858000"/>
  <p:notesSz cx="6858000" cy="9144000"/>
  <p:defaultTextStyle>
    <a:defPPr rtl="0">
      <a:defRPr lang="en-gb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 autoAdjust="0"/>
    <p:restoredTop sz="96408" autoAdjust="0"/>
  </p:normalViewPr>
  <p:slideViewPr>
    <p:cSldViewPr snapToGrid="0">
      <p:cViewPr>
        <p:scale>
          <a:sx n="100" d="100"/>
          <a:sy n="100" d="100"/>
        </p:scale>
        <p:origin x="87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0BAB4FE-EE60-46EA-BF0C-0C7B78AB8CF8}" type="doc">
      <dgm:prSet loTypeId="urn:microsoft.com/office/officeart/2008/layout/LinedList" loCatId="list" qsTypeId="urn:microsoft.com/office/officeart/2005/8/quickstyle/simple4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D0EBA7C0-68FA-454F-B463-17E45BB92DDC}">
      <dgm:prSet custT="1"/>
      <dgm:spPr/>
      <dgm:t>
        <a:bodyPr/>
        <a:lstStyle/>
        <a:p>
          <a:r>
            <a:rPr lang="en-US" sz="4000" dirty="0" err="1"/>
            <a:t>Motivaciones</a:t>
          </a:r>
          <a:endParaRPr lang="en-US" sz="4000" dirty="0"/>
        </a:p>
      </dgm:t>
    </dgm:pt>
    <dgm:pt modelId="{B9ABEE75-5A61-4629-B509-EE0418C1839B}" type="parTrans" cxnId="{2940F103-632B-41F6-896A-0B4156C24FE4}">
      <dgm:prSet/>
      <dgm:spPr/>
      <dgm:t>
        <a:bodyPr/>
        <a:lstStyle/>
        <a:p>
          <a:endParaRPr lang="en-US"/>
        </a:p>
      </dgm:t>
    </dgm:pt>
    <dgm:pt modelId="{DCE97FAB-38AC-4E9D-8450-681FE9CC2876}" type="sibTrans" cxnId="{2940F103-632B-41F6-896A-0B4156C24FE4}">
      <dgm:prSet/>
      <dgm:spPr/>
      <dgm:t>
        <a:bodyPr/>
        <a:lstStyle/>
        <a:p>
          <a:endParaRPr lang="en-US"/>
        </a:p>
      </dgm:t>
    </dgm:pt>
    <dgm:pt modelId="{C7AA4AE5-369A-4540-AD93-DE3A6658EC7B}">
      <dgm:prSet custT="1"/>
      <dgm:spPr/>
      <dgm:t>
        <a:bodyPr/>
        <a:lstStyle/>
        <a:p>
          <a:r>
            <a:rPr lang="en-US" sz="4000" dirty="0" err="1"/>
            <a:t>Impacto</a:t>
          </a:r>
          <a:r>
            <a:rPr lang="en-US" sz="4000" dirty="0"/>
            <a:t> y </a:t>
          </a:r>
          <a:r>
            <a:rPr lang="en-US" sz="4000" dirty="0" err="1"/>
            <a:t>Consecuencias</a:t>
          </a:r>
          <a:endParaRPr lang="en-US" sz="4000" dirty="0"/>
        </a:p>
      </dgm:t>
    </dgm:pt>
    <dgm:pt modelId="{DC32383F-C1A3-40B8-B4BF-6D33DFB9FC09}" type="parTrans" cxnId="{4A55DC42-2A45-46A8-B092-CEC44A25EA82}">
      <dgm:prSet/>
      <dgm:spPr/>
      <dgm:t>
        <a:bodyPr/>
        <a:lstStyle/>
        <a:p>
          <a:endParaRPr lang="en-US"/>
        </a:p>
      </dgm:t>
    </dgm:pt>
    <dgm:pt modelId="{FEC16577-B8A0-49C6-8282-B8E6170911ED}" type="sibTrans" cxnId="{4A55DC42-2A45-46A8-B092-CEC44A25EA82}">
      <dgm:prSet/>
      <dgm:spPr/>
      <dgm:t>
        <a:bodyPr/>
        <a:lstStyle/>
        <a:p>
          <a:endParaRPr lang="en-US"/>
        </a:p>
      </dgm:t>
    </dgm:pt>
    <dgm:pt modelId="{FA30CDE2-C480-4365-9D67-224E1AEBC18D}" type="pres">
      <dgm:prSet presAssocID="{30BAB4FE-EE60-46EA-BF0C-0C7B78AB8CF8}" presName="vert0" presStyleCnt="0">
        <dgm:presLayoutVars>
          <dgm:dir/>
          <dgm:animOne val="branch"/>
          <dgm:animLvl val="lvl"/>
        </dgm:presLayoutVars>
      </dgm:prSet>
      <dgm:spPr/>
    </dgm:pt>
    <dgm:pt modelId="{89B1E085-8B5C-4CF0-8A97-896C88173DB1}" type="pres">
      <dgm:prSet presAssocID="{D0EBA7C0-68FA-454F-B463-17E45BB92DDC}" presName="thickLine" presStyleLbl="alignNode1" presStyleIdx="0" presStyleCnt="2"/>
      <dgm:spPr/>
    </dgm:pt>
    <dgm:pt modelId="{F641EFF0-BA15-4D4A-A424-872167EAED06}" type="pres">
      <dgm:prSet presAssocID="{D0EBA7C0-68FA-454F-B463-17E45BB92DDC}" presName="horz1" presStyleCnt="0"/>
      <dgm:spPr/>
    </dgm:pt>
    <dgm:pt modelId="{CF4C630E-979C-45DF-831C-0FD87B74EB6C}" type="pres">
      <dgm:prSet presAssocID="{D0EBA7C0-68FA-454F-B463-17E45BB92DDC}" presName="tx1" presStyleLbl="revTx" presStyleIdx="0" presStyleCnt="2"/>
      <dgm:spPr/>
    </dgm:pt>
    <dgm:pt modelId="{239D8FC2-3E6E-4685-8E6C-A6D3371169D9}" type="pres">
      <dgm:prSet presAssocID="{D0EBA7C0-68FA-454F-B463-17E45BB92DDC}" presName="vert1" presStyleCnt="0"/>
      <dgm:spPr/>
    </dgm:pt>
    <dgm:pt modelId="{05FBBF3A-0599-4E16-AF46-F71BABDEA205}" type="pres">
      <dgm:prSet presAssocID="{C7AA4AE5-369A-4540-AD93-DE3A6658EC7B}" presName="thickLine" presStyleLbl="alignNode1" presStyleIdx="1" presStyleCnt="2"/>
      <dgm:spPr/>
    </dgm:pt>
    <dgm:pt modelId="{FB59D9A0-B2E5-489A-988E-90B646D80465}" type="pres">
      <dgm:prSet presAssocID="{C7AA4AE5-369A-4540-AD93-DE3A6658EC7B}" presName="horz1" presStyleCnt="0"/>
      <dgm:spPr/>
    </dgm:pt>
    <dgm:pt modelId="{AED44AF5-7C25-45D6-807B-3B4D4A25A470}" type="pres">
      <dgm:prSet presAssocID="{C7AA4AE5-369A-4540-AD93-DE3A6658EC7B}" presName="tx1" presStyleLbl="revTx" presStyleIdx="1" presStyleCnt="2"/>
      <dgm:spPr/>
    </dgm:pt>
    <dgm:pt modelId="{5D67D060-6247-4A07-BCEC-7324C9D45AB5}" type="pres">
      <dgm:prSet presAssocID="{C7AA4AE5-369A-4540-AD93-DE3A6658EC7B}" presName="vert1" presStyleCnt="0"/>
      <dgm:spPr/>
    </dgm:pt>
  </dgm:ptLst>
  <dgm:cxnLst>
    <dgm:cxn modelId="{2940F103-632B-41F6-896A-0B4156C24FE4}" srcId="{30BAB4FE-EE60-46EA-BF0C-0C7B78AB8CF8}" destId="{D0EBA7C0-68FA-454F-B463-17E45BB92DDC}" srcOrd="0" destOrd="0" parTransId="{B9ABEE75-5A61-4629-B509-EE0418C1839B}" sibTransId="{DCE97FAB-38AC-4E9D-8450-681FE9CC2876}"/>
    <dgm:cxn modelId="{FB055A5C-59FA-45D8-A39A-69C7A4E3490C}" type="presOf" srcId="{C7AA4AE5-369A-4540-AD93-DE3A6658EC7B}" destId="{AED44AF5-7C25-45D6-807B-3B4D4A25A470}" srcOrd="0" destOrd="0" presId="urn:microsoft.com/office/officeart/2008/layout/LinedList"/>
    <dgm:cxn modelId="{4A55DC42-2A45-46A8-B092-CEC44A25EA82}" srcId="{30BAB4FE-EE60-46EA-BF0C-0C7B78AB8CF8}" destId="{C7AA4AE5-369A-4540-AD93-DE3A6658EC7B}" srcOrd="1" destOrd="0" parTransId="{DC32383F-C1A3-40B8-B4BF-6D33DFB9FC09}" sibTransId="{FEC16577-B8A0-49C6-8282-B8E6170911ED}"/>
    <dgm:cxn modelId="{3B05095A-7414-4ADF-8463-A7CDAD2948D3}" type="presOf" srcId="{D0EBA7C0-68FA-454F-B463-17E45BB92DDC}" destId="{CF4C630E-979C-45DF-831C-0FD87B74EB6C}" srcOrd="0" destOrd="0" presId="urn:microsoft.com/office/officeart/2008/layout/LinedList"/>
    <dgm:cxn modelId="{61B99EF1-4882-4E04-82B4-F027A33DAD5E}" type="presOf" srcId="{30BAB4FE-EE60-46EA-BF0C-0C7B78AB8CF8}" destId="{FA30CDE2-C480-4365-9D67-224E1AEBC18D}" srcOrd="0" destOrd="0" presId="urn:microsoft.com/office/officeart/2008/layout/LinedList"/>
    <dgm:cxn modelId="{3C72D5B5-872E-4A18-9787-C86AE8E4E1FE}" type="presParOf" srcId="{FA30CDE2-C480-4365-9D67-224E1AEBC18D}" destId="{89B1E085-8B5C-4CF0-8A97-896C88173DB1}" srcOrd="0" destOrd="0" presId="urn:microsoft.com/office/officeart/2008/layout/LinedList"/>
    <dgm:cxn modelId="{C15B0047-F91F-4845-A87E-D583FF8300A4}" type="presParOf" srcId="{FA30CDE2-C480-4365-9D67-224E1AEBC18D}" destId="{F641EFF0-BA15-4D4A-A424-872167EAED06}" srcOrd="1" destOrd="0" presId="urn:microsoft.com/office/officeart/2008/layout/LinedList"/>
    <dgm:cxn modelId="{3D7624B7-CD56-44E0-BDC3-8B6353C51DF5}" type="presParOf" srcId="{F641EFF0-BA15-4D4A-A424-872167EAED06}" destId="{CF4C630E-979C-45DF-831C-0FD87B74EB6C}" srcOrd="0" destOrd="0" presId="urn:microsoft.com/office/officeart/2008/layout/LinedList"/>
    <dgm:cxn modelId="{C3D63A53-C1F4-4DFF-BD95-1328FC757C0C}" type="presParOf" srcId="{F641EFF0-BA15-4D4A-A424-872167EAED06}" destId="{239D8FC2-3E6E-4685-8E6C-A6D3371169D9}" srcOrd="1" destOrd="0" presId="urn:microsoft.com/office/officeart/2008/layout/LinedList"/>
    <dgm:cxn modelId="{9BB47D53-7E88-416D-A071-7CBFBC7419BE}" type="presParOf" srcId="{FA30CDE2-C480-4365-9D67-224E1AEBC18D}" destId="{05FBBF3A-0599-4E16-AF46-F71BABDEA205}" srcOrd="2" destOrd="0" presId="urn:microsoft.com/office/officeart/2008/layout/LinedList"/>
    <dgm:cxn modelId="{47CB90F9-13D0-4D9E-9911-949E91355857}" type="presParOf" srcId="{FA30CDE2-C480-4365-9D67-224E1AEBC18D}" destId="{FB59D9A0-B2E5-489A-988E-90B646D80465}" srcOrd="3" destOrd="0" presId="urn:microsoft.com/office/officeart/2008/layout/LinedList"/>
    <dgm:cxn modelId="{8E979C1F-27BA-4C30-B583-77EA230F1701}" type="presParOf" srcId="{FB59D9A0-B2E5-489A-988E-90B646D80465}" destId="{AED44AF5-7C25-45D6-807B-3B4D4A25A470}" srcOrd="0" destOrd="0" presId="urn:microsoft.com/office/officeart/2008/layout/LinedList"/>
    <dgm:cxn modelId="{C52D718A-0179-4B3E-9D74-6967E1BFA978}" type="presParOf" srcId="{FB59D9A0-B2E5-489A-988E-90B646D80465}" destId="{5D67D060-6247-4A07-BCEC-7324C9D45AB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CA6E07D-5F65-4A9E-AFFB-606FAD19927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17F2D08F-581D-4658-8CB4-FA97C96B6FD0}">
      <dgm:prSet/>
      <dgm:spPr/>
      <dgm:t>
        <a:bodyPr/>
        <a:lstStyle/>
        <a:p>
          <a:r>
            <a:rPr lang="es-ES" dirty="0"/>
            <a:t>Espines</a:t>
          </a:r>
          <a:endParaRPr lang="en-US" dirty="0"/>
        </a:p>
      </dgm:t>
    </dgm:pt>
    <dgm:pt modelId="{9F5A988A-6CAD-4BD4-98E3-895B653780E5}" type="parTrans" cxnId="{0F0C1474-C72C-4A55-AF69-A34F7F5B5812}">
      <dgm:prSet/>
      <dgm:spPr/>
      <dgm:t>
        <a:bodyPr/>
        <a:lstStyle/>
        <a:p>
          <a:endParaRPr lang="en-US"/>
        </a:p>
      </dgm:t>
    </dgm:pt>
    <dgm:pt modelId="{5FA04292-28CE-4578-8970-9AA3F0283FE7}" type="sibTrans" cxnId="{0F0C1474-C72C-4A55-AF69-A34F7F5B5812}">
      <dgm:prSet/>
      <dgm:spPr/>
      <dgm:t>
        <a:bodyPr/>
        <a:lstStyle/>
        <a:p>
          <a:endParaRPr lang="en-US"/>
        </a:p>
      </dgm:t>
    </dgm:pt>
    <dgm:pt modelId="{8F630F76-FF4C-42EB-A92A-D8DFBCFEB2F9}">
      <dgm:prSet/>
      <dgm:spPr/>
      <dgm:t>
        <a:bodyPr/>
        <a:lstStyle/>
        <a:p>
          <a:r>
            <a:rPr lang="es-ES"/>
            <a:t>Temperatura social (T)</a:t>
          </a:r>
          <a:endParaRPr lang="en-US"/>
        </a:p>
      </dgm:t>
    </dgm:pt>
    <dgm:pt modelId="{9DFF3C6E-DCAE-49C5-920F-5F6E4ECF48BB}" type="parTrans" cxnId="{72D931C3-0FC8-49C5-B994-E2EC27016EE7}">
      <dgm:prSet/>
      <dgm:spPr/>
      <dgm:t>
        <a:bodyPr/>
        <a:lstStyle/>
        <a:p>
          <a:endParaRPr lang="en-US"/>
        </a:p>
      </dgm:t>
    </dgm:pt>
    <dgm:pt modelId="{39B379EB-37F5-4411-877F-5AF2025B659E}" type="sibTrans" cxnId="{72D931C3-0FC8-49C5-B994-E2EC27016EE7}">
      <dgm:prSet/>
      <dgm:spPr/>
      <dgm:t>
        <a:bodyPr/>
        <a:lstStyle/>
        <a:p>
          <a:endParaRPr lang="en-US"/>
        </a:p>
      </dgm:t>
    </dgm:pt>
    <dgm:pt modelId="{DDFCEB75-4E9C-472D-A253-411E6B6D549F}">
      <dgm:prSet/>
      <dgm:spPr/>
      <dgm:t>
        <a:bodyPr/>
        <a:lstStyle/>
        <a:p>
          <a:r>
            <a:rPr lang="en-GB"/>
            <a:t>Probabilidad de auditoria</a:t>
          </a:r>
          <a:endParaRPr lang="en-US"/>
        </a:p>
      </dgm:t>
    </dgm:pt>
    <dgm:pt modelId="{28DD9D1A-FEBE-49D6-8E14-D6EC39A4AEF0}" type="parTrans" cxnId="{556E191C-E25A-4E77-B5CA-CC8E27FEE63E}">
      <dgm:prSet/>
      <dgm:spPr/>
      <dgm:t>
        <a:bodyPr/>
        <a:lstStyle/>
        <a:p>
          <a:endParaRPr lang="en-US"/>
        </a:p>
      </dgm:t>
    </dgm:pt>
    <dgm:pt modelId="{E951C392-099D-47C2-AD5E-C8A6D192F342}" type="sibTrans" cxnId="{556E191C-E25A-4E77-B5CA-CC8E27FEE63E}">
      <dgm:prSet/>
      <dgm:spPr/>
      <dgm:t>
        <a:bodyPr/>
        <a:lstStyle/>
        <a:p>
          <a:endParaRPr lang="en-US"/>
        </a:p>
      </dgm:t>
    </dgm:pt>
    <dgm:pt modelId="{1E80ED99-ADA1-4A33-8AEB-CF75CCBED598}">
      <dgm:prSet/>
      <dgm:spPr/>
      <dgm:t>
        <a:bodyPr/>
        <a:lstStyle/>
        <a:p>
          <a:r>
            <a:rPr lang="en-GB"/>
            <a:t>Penalización</a:t>
          </a:r>
          <a:endParaRPr lang="en-US"/>
        </a:p>
      </dgm:t>
    </dgm:pt>
    <dgm:pt modelId="{C677E705-2F3B-4CAC-B016-574546675D2C}" type="parTrans" cxnId="{91472374-DCE3-4F76-8D2D-2B003C57FA30}">
      <dgm:prSet/>
      <dgm:spPr/>
      <dgm:t>
        <a:bodyPr/>
        <a:lstStyle/>
        <a:p>
          <a:endParaRPr lang="en-US"/>
        </a:p>
      </dgm:t>
    </dgm:pt>
    <dgm:pt modelId="{865B8594-6721-4BFB-AD1E-B6852BD21F5E}" type="sibTrans" cxnId="{91472374-DCE3-4F76-8D2D-2B003C57FA30}">
      <dgm:prSet/>
      <dgm:spPr/>
      <dgm:t>
        <a:bodyPr/>
        <a:lstStyle/>
        <a:p>
          <a:endParaRPr lang="en-US"/>
        </a:p>
      </dgm:t>
    </dgm:pt>
    <dgm:pt modelId="{47A67DF5-46ED-45C6-828E-E345ACEE9AA7}">
      <dgm:prSet/>
      <dgm:spPr/>
      <dgm:t>
        <a:bodyPr/>
        <a:lstStyle/>
        <a:p>
          <a:r>
            <a:rPr lang="en-GB"/>
            <a:t>Red de interacciones - Lattice</a:t>
          </a:r>
          <a:endParaRPr lang="en-US"/>
        </a:p>
      </dgm:t>
    </dgm:pt>
    <dgm:pt modelId="{52D24A7D-085A-4FAE-B1EE-D87B48C385CA}" type="parTrans" cxnId="{1B05DA46-36ED-46DC-BAF0-0A9558C309F6}">
      <dgm:prSet/>
      <dgm:spPr/>
      <dgm:t>
        <a:bodyPr/>
        <a:lstStyle/>
        <a:p>
          <a:endParaRPr lang="en-US"/>
        </a:p>
      </dgm:t>
    </dgm:pt>
    <dgm:pt modelId="{DE20D0B2-F390-4723-AFB0-F29FFDB51354}" type="sibTrans" cxnId="{1B05DA46-36ED-46DC-BAF0-0A9558C309F6}">
      <dgm:prSet/>
      <dgm:spPr/>
      <dgm:t>
        <a:bodyPr/>
        <a:lstStyle/>
        <a:p>
          <a:endParaRPr lang="en-US"/>
        </a:p>
      </dgm:t>
    </dgm:pt>
    <dgm:pt modelId="{E6887247-34D8-4638-9D0A-27A7628CE25F}" type="pres">
      <dgm:prSet presAssocID="{8CA6E07D-5F65-4A9E-AFFB-606FAD199278}" presName="vert0" presStyleCnt="0">
        <dgm:presLayoutVars>
          <dgm:dir/>
          <dgm:animOne val="branch"/>
          <dgm:animLvl val="lvl"/>
        </dgm:presLayoutVars>
      </dgm:prSet>
      <dgm:spPr/>
    </dgm:pt>
    <dgm:pt modelId="{FFA3990B-D3EF-4B6E-B093-845609C52EE3}" type="pres">
      <dgm:prSet presAssocID="{17F2D08F-581D-4658-8CB4-FA97C96B6FD0}" presName="thickLine" presStyleLbl="alignNode1" presStyleIdx="0" presStyleCnt="5"/>
      <dgm:spPr/>
    </dgm:pt>
    <dgm:pt modelId="{765A4AEA-9EE7-462A-9889-434F72E0B6AB}" type="pres">
      <dgm:prSet presAssocID="{17F2D08F-581D-4658-8CB4-FA97C96B6FD0}" presName="horz1" presStyleCnt="0"/>
      <dgm:spPr/>
    </dgm:pt>
    <dgm:pt modelId="{E85EA231-9381-4AF1-B8FC-DB125BCF6A40}" type="pres">
      <dgm:prSet presAssocID="{17F2D08F-581D-4658-8CB4-FA97C96B6FD0}" presName="tx1" presStyleLbl="revTx" presStyleIdx="0" presStyleCnt="5"/>
      <dgm:spPr/>
    </dgm:pt>
    <dgm:pt modelId="{884401B9-DE03-40B6-92A8-6BB87E464B27}" type="pres">
      <dgm:prSet presAssocID="{17F2D08F-581D-4658-8CB4-FA97C96B6FD0}" presName="vert1" presStyleCnt="0"/>
      <dgm:spPr/>
    </dgm:pt>
    <dgm:pt modelId="{A479044B-6D23-43A3-9D96-4F377C357A03}" type="pres">
      <dgm:prSet presAssocID="{8F630F76-FF4C-42EB-A92A-D8DFBCFEB2F9}" presName="thickLine" presStyleLbl="alignNode1" presStyleIdx="1" presStyleCnt="5"/>
      <dgm:spPr/>
    </dgm:pt>
    <dgm:pt modelId="{025CADF6-E676-4BD4-87B4-3772B240E6D7}" type="pres">
      <dgm:prSet presAssocID="{8F630F76-FF4C-42EB-A92A-D8DFBCFEB2F9}" presName="horz1" presStyleCnt="0"/>
      <dgm:spPr/>
    </dgm:pt>
    <dgm:pt modelId="{CD5E4133-224C-42F9-ADC4-3318F7FA3FD1}" type="pres">
      <dgm:prSet presAssocID="{8F630F76-FF4C-42EB-A92A-D8DFBCFEB2F9}" presName="tx1" presStyleLbl="revTx" presStyleIdx="1" presStyleCnt="5"/>
      <dgm:spPr/>
    </dgm:pt>
    <dgm:pt modelId="{5003D3E5-CD61-4A88-BDB8-CA22AB89F255}" type="pres">
      <dgm:prSet presAssocID="{8F630F76-FF4C-42EB-A92A-D8DFBCFEB2F9}" presName="vert1" presStyleCnt="0"/>
      <dgm:spPr/>
    </dgm:pt>
    <dgm:pt modelId="{490B30E4-CD9A-45A6-8B07-2FD322F46341}" type="pres">
      <dgm:prSet presAssocID="{DDFCEB75-4E9C-472D-A253-411E6B6D549F}" presName="thickLine" presStyleLbl="alignNode1" presStyleIdx="2" presStyleCnt="5"/>
      <dgm:spPr/>
    </dgm:pt>
    <dgm:pt modelId="{63534195-BEDA-4F62-A3EC-F025CF5273CB}" type="pres">
      <dgm:prSet presAssocID="{DDFCEB75-4E9C-472D-A253-411E6B6D549F}" presName="horz1" presStyleCnt="0"/>
      <dgm:spPr/>
    </dgm:pt>
    <dgm:pt modelId="{D6BF1E20-890F-481B-9D77-A7A3FBBB7130}" type="pres">
      <dgm:prSet presAssocID="{DDFCEB75-4E9C-472D-A253-411E6B6D549F}" presName="tx1" presStyleLbl="revTx" presStyleIdx="2" presStyleCnt="5"/>
      <dgm:spPr/>
    </dgm:pt>
    <dgm:pt modelId="{34065279-D048-4720-A092-EDCB4E0DF05D}" type="pres">
      <dgm:prSet presAssocID="{DDFCEB75-4E9C-472D-A253-411E6B6D549F}" presName="vert1" presStyleCnt="0"/>
      <dgm:spPr/>
    </dgm:pt>
    <dgm:pt modelId="{7E33060F-90C7-4CD1-B9FB-9DA5CB0904AB}" type="pres">
      <dgm:prSet presAssocID="{1E80ED99-ADA1-4A33-8AEB-CF75CCBED598}" presName="thickLine" presStyleLbl="alignNode1" presStyleIdx="3" presStyleCnt="5"/>
      <dgm:spPr/>
    </dgm:pt>
    <dgm:pt modelId="{D53F1D1E-BAEA-4817-A15D-8652CD5E8CED}" type="pres">
      <dgm:prSet presAssocID="{1E80ED99-ADA1-4A33-8AEB-CF75CCBED598}" presName="horz1" presStyleCnt="0"/>
      <dgm:spPr/>
    </dgm:pt>
    <dgm:pt modelId="{BBCDA61A-6266-457E-BEC5-ECA8E4902332}" type="pres">
      <dgm:prSet presAssocID="{1E80ED99-ADA1-4A33-8AEB-CF75CCBED598}" presName="tx1" presStyleLbl="revTx" presStyleIdx="3" presStyleCnt="5"/>
      <dgm:spPr/>
    </dgm:pt>
    <dgm:pt modelId="{B2739765-C670-4343-BC0E-50434A3D4C9E}" type="pres">
      <dgm:prSet presAssocID="{1E80ED99-ADA1-4A33-8AEB-CF75CCBED598}" presName="vert1" presStyleCnt="0"/>
      <dgm:spPr/>
    </dgm:pt>
    <dgm:pt modelId="{6F3D5175-AE5D-4042-A5B1-D4F61B9858A7}" type="pres">
      <dgm:prSet presAssocID="{47A67DF5-46ED-45C6-828E-E345ACEE9AA7}" presName="thickLine" presStyleLbl="alignNode1" presStyleIdx="4" presStyleCnt="5"/>
      <dgm:spPr/>
    </dgm:pt>
    <dgm:pt modelId="{1771F5A4-E480-4CB0-BCEF-B46078B1AD0E}" type="pres">
      <dgm:prSet presAssocID="{47A67DF5-46ED-45C6-828E-E345ACEE9AA7}" presName="horz1" presStyleCnt="0"/>
      <dgm:spPr/>
    </dgm:pt>
    <dgm:pt modelId="{4C6D7217-355D-4C04-AB06-DBDDE0F02531}" type="pres">
      <dgm:prSet presAssocID="{47A67DF5-46ED-45C6-828E-E345ACEE9AA7}" presName="tx1" presStyleLbl="revTx" presStyleIdx="4" presStyleCnt="5"/>
      <dgm:spPr/>
    </dgm:pt>
    <dgm:pt modelId="{428C7DE7-91EB-4AE5-AFB1-8467C516824C}" type="pres">
      <dgm:prSet presAssocID="{47A67DF5-46ED-45C6-828E-E345ACEE9AA7}" presName="vert1" presStyleCnt="0"/>
      <dgm:spPr/>
    </dgm:pt>
  </dgm:ptLst>
  <dgm:cxnLst>
    <dgm:cxn modelId="{773C0A16-363E-4C11-A72D-3E6C12389C22}" type="presOf" srcId="{8CA6E07D-5F65-4A9E-AFFB-606FAD199278}" destId="{E6887247-34D8-4638-9D0A-27A7628CE25F}" srcOrd="0" destOrd="0" presId="urn:microsoft.com/office/officeart/2008/layout/LinedList"/>
    <dgm:cxn modelId="{556E191C-E25A-4E77-B5CA-CC8E27FEE63E}" srcId="{8CA6E07D-5F65-4A9E-AFFB-606FAD199278}" destId="{DDFCEB75-4E9C-472D-A253-411E6B6D549F}" srcOrd="2" destOrd="0" parTransId="{28DD9D1A-FEBE-49D6-8E14-D6EC39A4AEF0}" sibTransId="{E951C392-099D-47C2-AD5E-C8A6D192F342}"/>
    <dgm:cxn modelId="{1F93E433-1568-4FA9-9BAD-17DD49DD87BC}" type="presOf" srcId="{47A67DF5-46ED-45C6-828E-E345ACEE9AA7}" destId="{4C6D7217-355D-4C04-AB06-DBDDE0F02531}" srcOrd="0" destOrd="0" presId="urn:microsoft.com/office/officeart/2008/layout/LinedList"/>
    <dgm:cxn modelId="{1B05DA46-36ED-46DC-BAF0-0A9558C309F6}" srcId="{8CA6E07D-5F65-4A9E-AFFB-606FAD199278}" destId="{47A67DF5-46ED-45C6-828E-E345ACEE9AA7}" srcOrd="4" destOrd="0" parTransId="{52D24A7D-085A-4FAE-B1EE-D87B48C385CA}" sibTransId="{DE20D0B2-F390-4723-AFB0-F29FFDB51354}"/>
    <dgm:cxn modelId="{95C9D74A-81EA-4529-B520-F57701022E69}" type="presOf" srcId="{DDFCEB75-4E9C-472D-A253-411E6B6D549F}" destId="{D6BF1E20-890F-481B-9D77-A7A3FBBB7130}" srcOrd="0" destOrd="0" presId="urn:microsoft.com/office/officeart/2008/layout/LinedList"/>
    <dgm:cxn modelId="{0F0C1474-C72C-4A55-AF69-A34F7F5B5812}" srcId="{8CA6E07D-5F65-4A9E-AFFB-606FAD199278}" destId="{17F2D08F-581D-4658-8CB4-FA97C96B6FD0}" srcOrd="0" destOrd="0" parTransId="{9F5A988A-6CAD-4BD4-98E3-895B653780E5}" sibTransId="{5FA04292-28CE-4578-8970-9AA3F0283FE7}"/>
    <dgm:cxn modelId="{91472374-DCE3-4F76-8D2D-2B003C57FA30}" srcId="{8CA6E07D-5F65-4A9E-AFFB-606FAD199278}" destId="{1E80ED99-ADA1-4A33-8AEB-CF75CCBED598}" srcOrd="3" destOrd="0" parTransId="{C677E705-2F3B-4CAC-B016-574546675D2C}" sibTransId="{865B8594-6721-4BFB-AD1E-B6852BD21F5E}"/>
    <dgm:cxn modelId="{990B8D92-B4AB-4825-B773-48802F8D9875}" type="presOf" srcId="{17F2D08F-581D-4658-8CB4-FA97C96B6FD0}" destId="{E85EA231-9381-4AF1-B8FC-DB125BCF6A40}" srcOrd="0" destOrd="0" presId="urn:microsoft.com/office/officeart/2008/layout/LinedList"/>
    <dgm:cxn modelId="{64F5F6A8-E70A-4635-8CCC-04B93B2BF8DB}" type="presOf" srcId="{8F630F76-FF4C-42EB-A92A-D8DFBCFEB2F9}" destId="{CD5E4133-224C-42F9-ADC4-3318F7FA3FD1}" srcOrd="0" destOrd="0" presId="urn:microsoft.com/office/officeart/2008/layout/LinedList"/>
    <dgm:cxn modelId="{72D931C3-0FC8-49C5-B994-E2EC27016EE7}" srcId="{8CA6E07D-5F65-4A9E-AFFB-606FAD199278}" destId="{8F630F76-FF4C-42EB-A92A-D8DFBCFEB2F9}" srcOrd="1" destOrd="0" parTransId="{9DFF3C6E-DCAE-49C5-920F-5F6E4ECF48BB}" sibTransId="{39B379EB-37F5-4411-877F-5AF2025B659E}"/>
    <dgm:cxn modelId="{10F021FE-F976-42DE-B701-F03D87C48D2F}" type="presOf" srcId="{1E80ED99-ADA1-4A33-8AEB-CF75CCBED598}" destId="{BBCDA61A-6266-457E-BEC5-ECA8E4902332}" srcOrd="0" destOrd="0" presId="urn:microsoft.com/office/officeart/2008/layout/LinedList"/>
    <dgm:cxn modelId="{A10A0DDE-3C14-4533-81DC-2011FD94841D}" type="presParOf" srcId="{E6887247-34D8-4638-9D0A-27A7628CE25F}" destId="{FFA3990B-D3EF-4B6E-B093-845609C52EE3}" srcOrd="0" destOrd="0" presId="urn:microsoft.com/office/officeart/2008/layout/LinedList"/>
    <dgm:cxn modelId="{6CDA4DC5-BA37-4597-A47A-730318E9549F}" type="presParOf" srcId="{E6887247-34D8-4638-9D0A-27A7628CE25F}" destId="{765A4AEA-9EE7-462A-9889-434F72E0B6AB}" srcOrd="1" destOrd="0" presId="urn:microsoft.com/office/officeart/2008/layout/LinedList"/>
    <dgm:cxn modelId="{26F43FEC-8818-4C48-A405-98E348DC091A}" type="presParOf" srcId="{765A4AEA-9EE7-462A-9889-434F72E0B6AB}" destId="{E85EA231-9381-4AF1-B8FC-DB125BCF6A40}" srcOrd="0" destOrd="0" presId="urn:microsoft.com/office/officeart/2008/layout/LinedList"/>
    <dgm:cxn modelId="{C3E18993-349C-4BF5-941A-7F9F64D34956}" type="presParOf" srcId="{765A4AEA-9EE7-462A-9889-434F72E0B6AB}" destId="{884401B9-DE03-40B6-92A8-6BB87E464B27}" srcOrd="1" destOrd="0" presId="urn:microsoft.com/office/officeart/2008/layout/LinedList"/>
    <dgm:cxn modelId="{FF5F0115-1711-45A4-BEC1-3972721410D2}" type="presParOf" srcId="{E6887247-34D8-4638-9D0A-27A7628CE25F}" destId="{A479044B-6D23-43A3-9D96-4F377C357A03}" srcOrd="2" destOrd="0" presId="urn:microsoft.com/office/officeart/2008/layout/LinedList"/>
    <dgm:cxn modelId="{C8502DCF-2E47-4447-89B0-6822D6C0EE0B}" type="presParOf" srcId="{E6887247-34D8-4638-9D0A-27A7628CE25F}" destId="{025CADF6-E676-4BD4-87B4-3772B240E6D7}" srcOrd="3" destOrd="0" presId="urn:microsoft.com/office/officeart/2008/layout/LinedList"/>
    <dgm:cxn modelId="{E37F85AA-D39E-464B-93BF-411A7E28C482}" type="presParOf" srcId="{025CADF6-E676-4BD4-87B4-3772B240E6D7}" destId="{CD5E4133-224C-42F9-ADC4-3318F7FA3FD1}" srcOrd="0" destOrd="0" presId="urn:microsoft.com/office/officeart/2008/layout/LinedList"/>
    <dgm:cxn modelId="{66E0568B-C042-4294-B5AA-0EA22823CCC6}" type="presParOf" srcId="{025CADF6-E676-4BD4-87B4-3772B240E6D7}" destId="{5003D3E5-CD61-4A88-BDB8-CA22AB89F255}" srcOrd="1" destOrd="0" presId="urn:microsoft.com/office/officeart/2008/layout/LinedList"/>
    <dgm:cxn modelId="{62503692-9E93-4E4D-AC67-1DA510C4FE11}" type="presParOf" srcId="{E6887247-34D8-4638-9D0A-27A7628CE25F}" destId="{490B30E4-CD9A-45A6-8B07-2FD322F46341}" srcOrd="4" destOrd="0" presId="urn:microsoft.com/office/officeart/2008/layout/LinedList"/>
    <dgm:cxn modelId="{996F02D2-596C-4198-8531-D484AFC75282}" type="presParOf" srcId="{E6887247-34D8-4638-9D0A-27A7628CE25F}" destId="{63534195-BEDA-4F62-A3EC-F025CF5273CB}" srcOrd="5" destOrd="0" presId="urn:microsoft.com/office/officeart/2008/layout/LinedList"/>
    <dgm:cxn modelId="{C99FE627-6417-4E70-810D-D6BE85876C6C}" type="presParOf" srcId="{63534195-BEDA-4F62-A3EC-F025CF5273CB}" destId="{D6BF1E20-890F-481B-9D77-A7A3FBBB7130}" srcOrd="0" destOrd="0" presId="urn:microsoft.com/office/officeart/2008/layout/LinedList"/>
    <dgm:cxn modelId="{FF1F876D-3AC3-4DC5-A29D-56E8C7ED9271}" type="presParOf" srcId="{63534195-BEDA-4F62-A3EC-F025CF5273CB}" destId="{34065279-D048-4720-A092-EDCB4E0DF05D}" srcOrd="1" destOrd="0" presId="urn:microsoft.com/office/officeart/2008/layout/LinedList"/>
    <dgm:cxn modelId="{9D0B7B1A-9C22-4D49-BAE4-1A1A402454BB}" type="presParOf" srcId="{E6887247-34D8-4638-9D0A-27A7628CE25F}" destId="{7E33060F-90C7-4CD1-B9FB-9DA5CB0904AB}" srcOrd="6" destOrd="0" presId="urn:microsoft.com/office/officeart/2008/layout/LinedList"/>
    <dgm:cxn modelId="{77E1F05B-72AA-490C-9048-00BF7006FB64}" type="presParOf" srcId="{E6887247-34D8-4638-9D0A-27A7628CE25F}" destId="{D53F1D1E-BAEA-4817-A15D-8652CD5E8CED}" srcOrd="7" destOrd="0" presId="urn:microsoft.com/office/officeart/2008/layout/LinedList"/>
    <dgm:cxn modelId="{C4D78467-02A8-4E2A-B719-045E8FBFE776}" type="presParOf" srcId="{D53F1D1E-BAEA-4817-A15D-8652CD5E8CED}" destId="{BBCDA61A-6266-457E-BEC5-ECA8E4902332}" srcOrd="0" destOrd="0" presId="urn:microsoft.com/office/officeart/2008/layout/LinedList"/>
    <dgm:cxn modelId="{BBF39626-ED0E-41AB-B124-28EECEE65A85}" type="presParOf" srcId="{D53F1D1E-BAEA-4817-A15D-8652CD5E8CED}" destId="{B2739765-C670-4343-BC0E-50434A3D4C9E}" srcOrd="1" destOrd="0" presId="urn:microsoft.com/office/officeart/2008/layout/LinedList"/>
    <dgm:cxn modelId="{F4517235-3BEC-4C8A-98CA-856BD69F04F4}" type="presParOf" srcId="{E6887247-34D8-4638-9D0A-27A7628CE25F}" destId="{6F3D5175-AE5D-4042-A5B1-D4F61B9858A7}" srcOrd="8" destOrd="0" presId="urn:microsoft.com/office/officeart/2008/layout/LinedList"/>
    <dgm:cxn modelId="{0D94ACA5-107E-4375-9F8B-777BD358C670}" type="presParOf" srcId="{E6887247-34D8-4638-9D0A-27A7628CE25F}" destId="{1771F5A4-E480-4CB0-BCEF-B46078B1AD0E}" srcOrd="9" destOrd="0" presId="urn:microsoft.com/office/officeart/2008/layout/LinedList"/>
    <dgm:cxn modelId="{02D46DE2-7D35-4AE4-9995-94DD5125E792}" type="presParOf" srcId="{1771F5A4-E480-4CB0-BCEF-B46078B1AD0E}" destId="{4C6D7217-355D-4C04-AB06-DBDDE0F02531}" srcOrd="0" destOrd="0" presId="urn:microsoft.com/office/officeart/2008/layout/LinedList"/>
    <dgm:cxn modelId="{D282FFAD-E12B-4C9E-B52C-8381025AB1D3}" type="presParOf" srcId="{1771F5A4-E480-4CB0-BCEF-B46078B1AD0E}" destId="{428C7DE7-91EB-4AE5-AFB1-8467C51682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9D5002-B15D-4A12-B4C5-9C718C6EF9A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B548C03-456F-4B13-9585-DB01C3F42BA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Alta temperatura + Baja presión fiscal</a:t>
          </a:r>
          <a:endParaRPr lang="en-US" dirty="0"/>
        </a:p>
      </dgm:t>
    </dgm:pt>
    <dgm:pt modelId="{A5F31932-3B31-4A1D-B224-622B762743CC}" type="parTrans" cxnId="{8E7D95AC-58E8-45DE-98AC-C10C668D074E}">
      <dgm:prSet/>
      <dgm:spPr/>
      <dgm:t>
        <a:bodyPr/>
        <a:lstStyle/>
        <a:p>
          <a:endParaRPr lang="en-US"/>
        </a:p>
      </dgm:t>
    </dgm:pt>
    <dgm:pt modelId="{AC52958F-10B5-4BE8-9BE8-D5A698E57908}" type="sibTrans" cxnId="{8E7D95AC-58E8-45DE-98AC-C10C668D074E}">
      <dgm:prSet/>
      <dgm:spPr/>
      <dgm:t>
        <a:bodyPr/>
        <a:lstStyle/>
        <a:p>
          <a:endParaRPr lang="en-US"/>
        </a:p>
      </dgm:t>
    </dgm:pt>
    <dgm:pt modelId="{14A91672-5114-4879-A8D0-4BABECB448CB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Alta temperatura + Alta presión fiscal</a:t>
          </a:r>
          <a:endParaRPr lang="en-US" dirty="0"/>
        </a:p>
      </dgm:t>
    </dgm:pt>
    <dgm:pt modelId="{0C344EF4-D915-4A75-B840-BDF962C6A51D}" type="parTrans" cxnId="{9DF1313E-ECBC-4233-9E5E-E0435BB4529E}">
      <dgm:prSet/>
      <dgm:spPr/>
      <dgm:t>
        <a:bodyPr/>
        <a:lstStyle/>
        <a:p>
          <a:endParaRPr lang="en-US"/>
        </a:p>
      </dgm:t>
    </dgm:pt>
    <dgm:pt modelId="{E344F457-A984-441A-BDEF-0C86748A0634}" type="sibTrans" cxnId="{9DF1313E-ECBC-4233-9E5E-E0435BB4529E}">
      <dgm:prSet/>
      <dgm:spPr/>
      <dgm:t>
        <a:bodyPr/>
        <a:lstStyle/>
        <a:p>
          <a:endParaRPr lang="en-US"/>
        </a:p>
      </dgm:t>
    </dgm:pt>
    <dgm:pt modelId="{0285CD1F-B720-401F-9D02-526A117E69C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Baja temperatura + Baja presión fiscal</a:t>
          </a:r>
          <a:endParaRPr lang="en-US" dirty="0"/>
        </a:p>
      </dgm:t>
    </dgm:pt>
    <dgm:pt modelId="{CF6103E0-8558-4A8A-8A7B-5B3117326F19}" type="parTrans" cxnId="{9CE39DF2-F373-4983-B550-901D24023704}">
      <dgm:prSet/>
      <dgm:spPr/>
      <dgm:t>
        <a:bodyPr/>
        <a:lstStyle/>
        <a:p>
          <a:endParaRPr lang="en-US"/>
        </a:p>
      </dgm:t>
    </dgm:pt>
    <dgm:pt modelId="{A673CE0C-B1B9-4D25-9CF8-C260606A802F}" type="sibTrans" cxnId="{9CE39DF2-F373-4983-B550-901D24023704}">
      <dgm:prSet/>
      <dgm:spPr/>
      <dgm:t>
        <a:bodyPr/>
        <a:lstStyle/>
        <a:p>
          <a:endParaRPr lang="en-US"/>
        </a:p>
      </dgm:t>
    </dgm:pt>
    <dgm:pt modelId="{42946B30-F209-4FC7-856F-917278548CDF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Baja temperatura + Alta presión fiscal</a:t>
          </a:r>
          <a:endParaRPr lang="en-US" dirty="0"/>
        </a:p>
      </dgm:t>
    </dgm:pt>
    <dgm:pt modelId="{3E5966A7-BDE5-45D7-93B7-E3302A0B4B1C}" type="parTrans" cxnId="{E7B8EF12-F9DE-4BE3-99F7-6EC1FF8F4D32}">
      <dgm:prSet/>
      <dgm:spPr/>
      <dgm:t>
        <a:bodyPr/>
        <a:lstStyle/>
        <a:p>
          <a:endParaRPr lang="en-US"/>
        </a:p>
      </dgm:t>
    </dgm:pt>
    <dgm:pt modelId="{CA908EBA-1492-427D-9C70-651C1039B429}" type="sibTrans" cxnId="{E7B8EF12-F9DE-4BE3-99F7-6EC1FF8F4D32}">
      <dgm:prSet/>
      <dgm:spPr/>
      <dgm:t>
        <a:bodyPr/>
        <a:lstStyle/>
        <a:p>
          <a:endParaRPr lang="en-US"/>
        </a:p>
      </dgm:t>
    </dgm:pt>
    <dgm:pt modelId="{9379DC0E-7CA0-4527-A2CF-729643C645D7}" type="pres">
      <dgm:prSet presAssocID="{5C9D5002-B15D-4A12-B4C5-9C718C6EF9AD}" presName="root" presStyleCnt="0">
        <dgm:presLayoutVars>
          <dgm:dir/>
          <dgm:resizeHandles val="exact"/>
        </dgm:presLayoutVars>
      </dgm:prSet>
      <dgm:spPr/>
    </dgm:pt>
    <dgm:pt modelId="{3D4C016B-5BFC-4001-9BE0-8975EA9E40CF}" type="pres">
      <dgm:prSet presAssocID="{42946B30-F209-4FC7-856F-917278548CDF}" presName="compNode" presStyleCnt="0"/>
      <dgm:spPr/>
    </dgm:pt>
    <dgm:pt modelId="{FA432C18-2628-471D-99D3-219277B81B43}" type="pres">
      <dgm:prSet presAssocID="{42946B30-F209-4FC7-856F-917278548CDF}" presName="bgRect" presStyleLbl="bgShp" presStyleIdx="0" presStyleCnt="4"/>
      <dgm:spPr/>
    </dgm:pt>
    <dgm:pt modelId="{022014BD-FCE2-4868-BFF4-50C907C0DBB8}" type="pres">
      <dgm:prSet presAssocID="{42946B30-F209-4FC7-856F-917278548CD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ward trend graph with solid fill"/>
        </a:ext>
      </dgm:extLst>
    </dgm:pt>
    <dgm:pt modelId="{BA0FA268-21EF-4C83-8987-2CA26CCD6D43}" type="pres">
      <dgm:prSet presAssocID="{42946B30-F209-4FC7-856F-917278548CDF}" presName="spaceRect" presStyleCnt="0"/>
      <dgm:spPr/>
    </dgm:pt>
    <dgm:pt modelId="{95155B34-91BB-45C8-81AA-364DB5B80814}" type="pres">
      <dgm:prSet presAssocID="{42946B30-F209-4FC7-856F-917278548CDF}" presName="parTx" presStyleLbl="revTx" presStyleIdx="0" presStyleCnt="4">
        <dgm:presLayoutVars>
          <dgm:chMax val="0"/>
          <dgm:chPref val="0"/>
        </dgm:presLayoutVars>
      </dgm:prSet>
      <dgm:spPr/>
    </dgm:pt>
    <dgm:pt modelId="{990E7C90-4ED3-4ACC-A7F6-D2F2BDE3DCA9}" type="pres">
      <dgm:prSet presAssocID="{CA908EBA-1492-427D-9C70-651C1039B429}" presName="sibTrans" presStyleCnt="0"/>
      <dgm:spPr/>
    </dgm:pt>
    <dgm:pt modelId="{D16ED70B-D4A6-43A0-8F1A-701F58B2D7D3}" type="pres">
      <dgm:prSet presAssocID="{14A91672-5114-4879-A8D0-4BABECB448CB}" presName="compNode" presStyleCnt="0"/>
      <dgm:spPr/>
    </dgm:pt>
    <dgm:pt modelId="{FA22F20B-A377-4036-8878-A133F45CBE28}" type="pres">
      <dgm:prSet presAssocID="{14A91672-5114-4879-A8D0-4BABECB448CB}" presName="bgRect" presStyleLbl="bgShp" presStyleIdx="1" presStyleCnt="4"/>
      <dgm:spPr/>
    </dgm:pt>
    <dgm:pt modelId="{5ADEDBD4-29C4-4EE7-976A-10BFACF1F231}" type="pres">
      <dgm:prSet presAssocID="{14A91672-5114-4879-A8D0-4BABECB448C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 with solid fill"/>
        </a:ext>
      </dgm:extLst>
    </dgm:pt>
    <dgm:pt modelId="{1A1FE935-C631-4206-B1B9-288E1B1008ED}" type="pres">
      <dgm:prSet presAssocID="{14A91672-5114-4879-A8D0-4BABECB448CB}" presName="spaceRect" presStyleCnt="0"/>
      <dgm:spPr/>
    </dgm:pt>
    <dgm:pt modelId="{8D86E122-A65E-4EF0-943F-2D6AF505CDCD}" type="pres">
      <dgm:prSet presAssocID="{14A91672-5114-4879-A8D0-4BABECB448CB}" presName="parTx" presStyleLbl="revTx" presStyleIdx="1" presStyleCnt="4">
        <dgm:presLayoutVars>
          <dgm:chMax val="0"/>
          <dgm:chPref val="0"/>
        </dgm:presLayoutVars>
      </dgm:prSet>
      <dgm:spPr/>
    </dgm:pt>
    <dgm:pt modelId="{7272550F-58BD-4CE1-89A4-9ED32E910C0D}" type="pres">
      <dgm:prSet presAssocID="{E344F457-A984-441A-BDEF-0C86748A0634}" presName="sibTrans" presStyleCnt="0"/>
      <dgm:spPr/>
    </dgm:pt>
    <dgm:pt modelId="{1D4A59D2-8E30-492D-B1CC-7D70EDF22911}" type="pres">
      <dgm:prSet presAssocID="{0285CD1F-B720-401F-9D02-526A117E69C4}" presName="compNode" presStyleCnt="0"/>
      <dgm:spPr/>
    </dgm:pt>
    <dgm:pt modelId="{29BC95D8-5064-49A8-B44A-4C3DEE02478D}" type="pres">
      <dgm:prSet presAssocID="{0285CD1F-B720-401F-9D02-526A117E69C4}" presName="bgRect" presStyleLbl="bgShp" presStyleIdx="2" presStyleCnt="4"/>
      <dgm:spPr/>
    </dgm:pt>
    <dgm:pt modelId="{F7156BEF-9A9A-458E-8FC2-3F845097DF20}" type="pres">
      <dgm:prSet presAssocID="{0285CD1F-B720-401F-9D02-526A117E69C4}" presName="iconRect" presStyleLbl="node1" presStyleIdx="2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 with solid fill"/>
        </a:ext>
      </dgm:extLst>
    </dgm:pt>
    <dgm:pt modelId="{D118AE45-632F-4BBE-B4DE-D281573AD07D}" type="pres">
      <dgm:prSet presAssocID="{0285CD1F-B720-401F-9D02-526A117E69C4}" presName="spaceRect" presStyleCnt="0"/>
      <dgm:spPr/>
    </dgm:pt>
    <dgm:pt modelId="{E2242A6E-842E-4B80-BF03-34273757DA56}" type="pres">
      <dgm:prSet presAssocID="{0285CD1F-B720-401F-9D02-526A117E69C4}" presName="parTx" presStyleLbl="revTx" presStyleIdx="2" presStyleCnt="4">
        <dgm:presLayoutVars>
          <dgm:chMax val="0"/>
          <dgm:chPref val="0"/>
        </dgm:presLayoutVars>
      </dgm:prSet>
      <dgm:spPr/>
    </dgm:pt>
    <dgm:pt modelId="{89F587BB-7373-4C2F-8245-458094884CB3}" type="pres">
      <dgm:prSet presAssocID="{A673CE0C-B1B9-4D25-9CF8-C260606A802F}" presName="sibTrans" presStyleCnt="0"/>
      <dgm:spPr/>
    </dgm:pt>
    <dgm:pt modelId="{EE980958-C375-41E7-B1A2-84B7CCF07192}" type="pres">
      <dgm:prSet presAssocID="{BB548C03-456F-4B13-9585-DB01C3F42BAE}" presName="compNode" presStyleCnt="0"/>
      <dgm:spPr/>
    </dgm:pt>
    <dgm:pt modelId="{D243BF4D-288B-4437-BD89-5A9C81B8C0BB}" type="pres">
      <dgm:prSet presAssocID="{BB548C03-456F-4B13-9585-DB01C3F42BAE}" presName="bgRect" presStyleLbl="bgShp" presStyleIdx="3" presStyleCnt="4"/>
      <dgm:spPr/>
    </dgm:pt>
    <dgm:pt modelId="{3964544A-CC28-449E-844A-A7E8732249E0}" type="pres">
      <dgm:prSet presAssocID="{BB548C03-456F-4B13-9585-DB01C3F42BAE}" presName="iconRect" presStyleLbl="node1" presStyleIdx="3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60AE4C58-F93D-44B3-925A-F9B072A01848}" type="pres">
      <dgm:prSet presAssocID="{BB548C03-456F-4B13-9585-DB01C3F42BAE}" presName="spaceRect" presStyleCnt="0"/>
      <dgm:spPr/>
    </dgm:pt>
    <dgm:pt modelId="{B6A63DA1-A857-4D1C-815F-37421645B5C9}" type="pres">
      <dgm:prSet presAssocID="{BB548C03-456F-4B13-9585-DB01C3F42BAE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E7B8EF12-F9DE-4BE3-99F7-6EC1FF8F4D32}" srcId="{5C9D5002-B15D-4A12-B4C5-9C718C6EF9AD}" destId="{42946B30-F209-4FC7-856F-917278548CDF}" srcOrd="0" destOrd="0" parTransId="{3E5966A7-BDE5-45D7-93B7-E3302A0B4B1C}" sibTransId="{CA908EBA-1492-427D-9C70-651C1039B429}"/>
    <dgm:cxn modelId="{9DF1313E-ECBC-4233-9E5E-E0435BB4529E}" srcId="{5C9D5002-B15D-4A12-B4C5-9C718C6EF9AD}" destId="{14A91672-5114-4879-A8D0-4BABECB448CB}" srcOrd="1" destOrd="0" parTransId="{0C344EF4-D915-4A75-B840-BDF962C6A51D}" sibTransId="{E344F457-A984-441A-BDEF-0C86748A0634}"/>
    <dgm:cxn modelId="{8FC21974-DD41-40B6-A21D-3C640E765F28}" type="presOf" srcId="{42946B30-F209-4FC7-856F-917278548CDF}" destId="{95155B34-91BB-45C8-81AA-364DB5B80814}" srcOrd="0" destOrd="0" presId="urn:microsoft.com/office/officeart/2018/2/layout/IconVerticalSolidList"/>
    <dgm:cxn modelId="{DFE0A48F-AD3F-4E03-8E0C-76BEC139A778}" type="presOf" srcId="{BB548C03-456F-4B13-9585-DB01C3F42BAE}" destId="{B6A63DA1-A857-4D1C-815F-37421645B5C9}" srcOrd="0" destOrd="0" presId="urn:microsoft.com/office/officeart/2018/2/layout/IconVerticalSolidList"/>
    <dgm:cxn modelId="{8E7D95AC-58E8-45DE-98AC-C10C668D074E}" srcId="{5C9D5002-B15D-4A12-B4C5-9C718C6EF9AD}" destId="{BB548C03-456F-4B13-9585-DB01C3F42BAE}" srcOrd="3" destOrd="0" parTransId="{A5F31932-3B31-4A1D-B224-622B762743CC}" sibTransId="{AC52958F-10B5-4BE8-9BE8-D5A698E57908}"/>
    <dgm:cxn modelId="{37130DBB-56B1-426D-99E9-3F17C6330ED3}" type="presOf" srcId="{5C9D5002-B15D-4A12-B4C5-9C718C6EF9AD}" destId="{9379DC0E-7CA0-4527-A2CF-729643C645D7}" srcOrd="0" destOrd="0" presId="urn:microsoft.com/office/officeart/2018/2/layout/IconVerticalSolidList"/>
    <dgm:cxn modelId="{B25A61C8-8E74-41BF-8E17-4F40DEB581C9}" type="presOf" srcId="{0285CD1F-B720-401F-9D02-526A117E69C4}" destId="{E2242A6E-842E-4B80-BF03-34273757DA56}" srcOrd="0" destOrd="0" presId="urn:microsoft.com/office/officeart/2018/2/layout/IconVerticalSolidList"/>
    <dgm:cxn modelId="{967172D5-2A31-4827-8F97-05D6024C7671}" type="presOf" srcId="{14A91672-5114-4879-A8D0-4BABECB448CB}" destId="{8D86E122-A65E-4EF0-943F-2D6AF505CDCD}" srcOrd="0" destOrd="0" presId="urn:microsoft.com/office/officeart/2018/2/layout/IconVerticalSolidList"/>
    <dgm:cxn modelId="{9CE39DF2-F373-4983-B550-901D24023704}" srcId="{5C9D5002-B15D-4A12-B4C5-9C718C6EF9AD}" destId="{0285CD1F-B720-401F-9D02-526A117E69C4}" srcOrd="2" destOrd="0" parTransId="{CF6103E0-8558-4A8A-8A7B-5B3117326F19}" sibTransId="{A673CE0C-B1B9-4D25-9CF8-C260606A802F}"/>
    <dgm:cxn modelId="{ADBAC987-ED3B-49F9-A572-DA894E42D314}" type="presParOf" srcId="{9379DC0E-7CA0-4527-A2CF-729643C645D7}" destId="{3D4C016B-5BFC-4001-9BE0-8975EA9E40CF}" srcOrd="0" destOrd="0" presId="urn:microsoft.com/office/officeart/2018/2/layout/IconVerticalSolidList"/>
    <dgm:cxn modelId="{2271D1BA-1442-495D-8706-5F8F3C6194BC}" type="presParOf" srcId="{3D4C016B-5BFC-4001-9BE0-8975EA9E40CF}" destId="{FA432C18-2628-471D-99D3-219277B81B43}" srcOrd="0" destOrd="0" presId="urn:microsoft.com/office/officeart/2018/2/layout/IconVerticalSolidList"/>
    <dgm:cxn modelId="{3C803568-DD4A-442B-A41F-72D869279850}" type="presParOf" srcId="{3D4C016B-5BFC-4001-9BE0-8975EA9E40CF}" destId="{022014BD-FCE2-4868-BFF4-50C907C0DBB8}" srcOrd="1" destOrd="0" presId="urn:microsoft.com/office/officeart/2018/2/layout/IconVerticalSolidList"/>
    <dgm:cxn modelId="{94497A9F-B09C-491E-ACBB-35A7751A6952}" type="presParOf" srcId="{3D4C016B-5BFC-4001-9BE0-8975EA9E40CF}" destId="{BA0FA268-21EF-4C83-8987-2CA26CCD6D43}" srcOrd="2" destOrd="0" presId="urn:microsoft.com/office/officeart/2018/2/layout/IconVerticalSolidList"/>
    <dgm:cxn modelId="{F2AB7738-C0A2-4BD4-917A-8EF00D56948F}" type="presParOf" srcId="{3D4C016B-5BFC-4001-9BE0-8975EA9E40CF}" destId="{95155B34-91BB-45C8-81AA-364DB5B80814}" srcOrd="3" destOrd="0" presId="urn:microsoft.com/office/officeart/2018/2/layout/IconVerticalSolidList"/>
    <dgm:cxn modelId="{7D86CCB2-1591-447F-8BC3-9B895BB2CE80}" type="presParOf" srcId="{9379DC0E-7CA0-4527-A2CF-729643C645D7}" destId="{990E7C90-4ED3-4ACC-A7F6-D2F2BDE3DCA9}" srcOrd="1" destOrd="0" presId="urn:microsoft.com/office/officeart/2018/2/layout/IconVerticalSolidList"/>
    <dgm:cxn modelId="{95CBF6DF-BE0F-4FCD-B027-63B22F439EDC}" type="presParOf" srcId="{9379DC0E-7CA0-4527-A2CF-729643C645D7}" destId="{D16ED70B-D4A6-43A0-8F1A-701F58B2D7D3}" srcOrd="2" destOrd="0" presId="urn:microsoft.com/office/officeart/2018/2/layout/IconVerticalSolidList"/>
    <dgm:cxn modelId="{AC67879E-2C61-4C5B-B419-E356CDCF4E69}" type="presParOf" srcId="{D16ED70B-D4A6-43A0-8F1A-701F58B2D7D3}" destId="{FA22F20B-A377-4036-8878-A133F45CBE28}" srcOrd="0" destOrd="0" presId="urn:microsoft.com/office/officeart/2018/2/layout/IconVerticalSolidList"/>
    <dgm:cxn modelId="{B55DBAC0-7E6C-4402-B6FA-785944642308}" type="presParOf" srcId="{D16ED70B-D4A6-43A0-8F1A-701F58B2D7D3}" destId="{5ADEDBD4-29C4-4EE7-976A-10BFACF1F231}" srcOrd="1" destOrd="0" presId="urn:microsoft.com/office/officeart/2018/2/layout/IconVerticalSolidList"/>
    <dgm:cxn modelId="{5D6F80FC-535D-4ECB-BF4E-D9ADDEACECF0}" type="presParOf" srcId="{D16ED70B-D4A6-43A0-8F1A-701F58B2D7D3}" destId="{1A1FE935-C631-4206-B1B9-288E1B1008ED}" srcOrd="2" destOrd="0" presId="urn:microsoft.com/office/officeart/2018/2/layout/IconVerticalSolidList"/>
    <dgm:cxn modelId="{81966225-FB14-4089-A793-7469A8F01BAE}" type="presParOf" srcId="{D16ED70B-D4A6-43A0-8F1A-701F58B2D7D3}" destId="{8D86E122-A65E-4EF0-943F-2D6AF505CDCD}" srcOrd="3" destOrd="0" presId="urn:microsoft.com/office/officeart/2018/2/layout/IconVerticalSolidList"/>
    <dgm:cxn modelId="{6E748F35-14B5-408B-93D5-66E9F0DD83A7}" type="presParOf" srcId="{9379DC0E-7CA0-4527-A2CF-729643C645D7}" destId="{7272550F-58BD-4CE1-89A4-9ED32E910C0D}" srcOrd="3" destOrd="0" presId="urn:microsoft.com/office/officeart/2018/2/layout/IconVerticalSolidList"/>
    <dgm:cxn modelId="{33B6E961-5027-44AD-9D0A-EFF4A2CD5C08}" type="presParOf" srcId="{9379DC0E-7CA0-4527-A2CF-729643C645D7}" destId="{1D4A59D2-8E30-492D-B1CC-7D70EDF22911}" srcOrd="4" destOrd="0" presId="urn:microsoft.com/office/officeart/2018/2/layout/IconVerticalSolidList"/>
    <dgm:cxn modelId="{C2C17D82-91E6-4198-BE28-6022E0FED6D0}" type="presParOf" srcId="{1D4A59D2-8E30-492D-B1CC-7D70EDF22911}" destId="{29BC95D8-5064-49A8-B44A-4C3DEE02478D}" srcOrd="0" destOrd="0" presId="urn:microsoft.com/office/officeart/2018/2/layout/IconVerticalSolidList"/>
    <dgm:cxn modelId="{98DC170B-F661-45D5-A48A-1E94C7867159}" type="presParOf" srcId="{1D4A59D2-8E30-492D-B1CC-7D70EDF22911}" destId="{F7156BEF-9A9A-458E-8FC2-3F845097DF20}" srcOrd="1" destOrd="0" presId="urn:microsoft.com/office/officeart/2018/2/layout/IconVerticalSolidList"/>
    <dgm:cxn modelId="{2613F89B-7406-4160-91F0-3E51E14F27AE}" type="presParOf" srcId="{1D4A59D2-8E30-492D-B1CC-7D70EDF22911}" destId="{D118AE45-632F-4BBE-B4DE-D281573AD07D}" srcOrd="2" destOrd="0" presId="urn:microsoft.com/office/officeart/2018/2/layout/IconVerticalSolidList"/>
    <dgm:cxn modelId="{42E90A92-2F2B-49E0-8D6F-1C39AB4EC189}" type="presParOf" srcId="{1D4A59D2-8E30-492D-B1CC-7D70EDF22911}" destId="{E2242A6E-842E-4B80-BF03-34273757DA56}" srcOrd="3" destOrd="0" presId="urn:microsoft.com/office/officeart/2018/2/layout/IconVerticalSolidList"/>
    <dgm:cxn modelId="{ACCEC6F6-3887-4FD3-8212-E6D646BB58D3}" type="presParOf" srcId="{9379DC0E-7CA0-4527-A2CF-729643C645D7}" destId="{89F587BB-7373-4C2F-8245-458094884CB3}" srcOrd="5" destOrd="0" presId="urn:microsoft.com/office/officeart/2018/2/layout/IconVerticalSolidList"/>
    <dgm:cxn modelId="{19802F44-6069-44F8-B720-70BA92E93711}" type="presParOf" srcId="{9379DC0E-7CA0-4527-A2CF-729643C645D7}" destId="{EE980958-C375-41E7-B1A2-84B7CCF07192}" srcOrd="6" destOrd="0" presId="urn:microsoft.com/office/officeart/2018/2/layout/IconVerticalSolidList"/>
    <dgm:cxn modelId="{FA1CA07D-A300-4224-8A41-43622CF94153}" type="presParOf" srcId="{EE980958-C375-41E7-B1A2-84B7CCF07192}" destId="{D243BF4D-288B-4437-BD89-5A9C81B8C0BB}" srcOrd="0" destOrd="0" presId="urn:microsoft.com/office/officeart/2018/2/layout/IconVerticalSolidList"/>
    <dgm:cxn modelId="{9A0594CB-E6E7-4371-8EF2-3749DE4C2FE6}" type="presParOf" srcId="{EE980958-C375-41E7-B1A2-84B7CCF07192}" destId="{3964544A-CC28-449E-844A-A7E8732249E0}" srcOrd="1" destOrd="0" presId="urn:microsoft.com/office/officeart/2018/2/layout/IconVerticalSolidList"/>
    <dgm:cxn modelId="{84BBCFAE-EAEF-440A-AD85-E4C54DA5188C}" type="presParOf" srcId="{EE980958-C375-41E7-B1A2-84B7CCF07192}" destId="{60AE4C58-F93D-44B3-925A-F9B072A01848}" srcOrd="2" destOrd="0" presId="urn:microsoft.com/office/officeart/2018/2/layout/IconVerticalSolidList"/>
    <dgm:cxn modelId="{BE78F100-55A1-43D6-AC5E-A5D120FD5C67}" type="presParOf" srcId="{EE980958-C375-41E7-B1A2-84B7CCF07192}" destId="{B6A63DA1-A857-4D1C-815F-37421645B5C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B1E085-8B5C-4CF0-8A97-896C88173DB1}">
      <dsp:nvSpPr>
        <dsp:cNvPr id="0" name=""/>
        <dsp:cNvSpPr/>
      </dsp:nvSpPr>
      <dsp:spPr>
        <a:xfrm>
          <a:off x="0" y="0"/>
          <a:ext cx="9720072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85000"/>
                <a:satMod val="100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algn="ctr" rotWithShape="0">
            <a:srgbClr val="000000">
              <a:alpha val="5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F4C630E-979C-45DF-831C-0FD87B74EB6C}">
      <dsp:nvSpPr>
        <dsp:cNvPr id="0" name=""/>
        <dsp:cNvSpPr/>
      </dsp:nvSpPr>
      <dsp:spPr>
        <a:xfrm>
          <a:off x="0" y="0"/>
          <a:ext cx="9720072" cy="2011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 err="1"/>
            <a:t>Motivaciones</a:t>
          </a:r>
          <a:endParaRPr lang="en-US" sz="4000" kern="1200" dirty="0"/>
        </a:p>
      </dsp:txBody>
      <dsp:txXfrm>
        <a:off x="0" y="0"/>
        <a:ext cx="9720072" cy="2011680"/>
      </dsp:txXfrm>
    </dsp:sp>
    <dsp:sp modelId="{05FBBF3A-0599-4E16-AF46-F71BABDEA205}">
      <dsp:nvSpPr>
        <dsp:cNvPr id="0" name=""/>
        <dsp:cNvSpPr/>
      </dsp:nvSpPr>
      <dsp:spPr>
        <a:xfrm>
          <a:off x="0" y="2011680"/>
          <a:ext cx="9720072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100000"/>
                <a:shade val="85000"/>
                <a:satMod val="100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2700" dir="5400000" algn="ctr" rotWithShape="0">
            <a:srgbClr val="000000">
              <a:alpha val="50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ED44AF5-7C25-45D6-807B-3B4D4A25A470}">
      <dsp:nvSpPr>
        <dsp:cNvPr id="0" name=""/>
        <dsp:cNvSpPr/>
      </dsp:nvSpPr>
      <dsp:spPr>
        <a:xfrm>
          <a:off x="0" y="2011680"/>
          <a:ext cx="9720072" cy="2011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 dirty="0" err="1"/>
            <a:t>Impacto</a:t>
          </a:r>
          <a:r>
            <a:rPr lang="en-US" sz="4000" kern="1200" dirty="0"/>
            <a:t> y </a:t>
          </a:r>
          <a:r>
            <a:rPr lang="en-US" sz="4000" kern="1200" dirty="0" err="1"/>
            <a:t>Consecuencias</a:t>
          </a:r>
          <a:endParaRPr lang="en-US" sz="4000" kern="1200" dirty="0"/>
        </a:p>
      </dsp:txBody>
      <dsp:txXfrm>
        <a:off x="0" y="2011680"/>
        <a:ext cx="9720072" cy="20116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A3990B-D3EF-4B6E-B093-845609C52EE3}">
      <dsp:nvSpPr>
        <dsp:cNvPr id="0" name=""/>
        <dsp:cNvSpPr/>
      </dsp:nvSpPr>
      <dsp:spPr>
        <a:xfrm>
          <a:off x="0" y="491"/>
          <a:ext cx="972007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5EA231-9381-4AF1-B8FC-DB125BCF6A40}">
      <dsp:nvSpPr>
        <dsp:cNvPr id="0" name=""/>
        <dsp:cNvSpPr/>
      </dsp:nvSpPr>
      <dsp:spPr>
        <a:xfrm>
          <a:off x="0" y="491"/>
          <a:ext cx="9720072" cy="8044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000" kern="1200" dirty="0"/>
            <a:t>Espines</a:t>
          </a:r>
          <a:endParaRPr lang="en-US" sz="4000" kern="1200" dirty="0"/>
        </a:p>
      </dsp:txBody>
      <dsp:txXfrm>
        <a:off x="0" y="491"/>
        <a:ext cx="9720072" cy="804475"/>
      </dsp:txXfrm>
    </dsp:sp>
    <dsp:sp modelId="{A479044B-6D23-43A3-9D96-4F377C357A03}">
      <dsp:nvSpPr>
        <dsp:cNvPr id="0" name=""/>
        <dsp:cNvSpPr/>
      </dsp:nvSpPr>
      <dsp:spPr>
        <a:xfrm>
          <a:off x="0" y="804966"/>
          <a:ext cx="972007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5E4133-224C-42F9-ADC4-3318F7FA3FD1}">
      <dsp:nvSpPr>
        <dsp:cNvPr id="0" name=""/>
        <dsp:cNvSpPr/>
      </dsp:nvSpPr>
      <dsp:spPr>
        <a:xfrm>
          <a:off x="0" y="804966"/>
          <a:ext cx="9720072" cy="8044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4000" kern="1200"/>
            <a:t>Temperatura social (T)</a:t>
          </a:r>
          <a:endParaRPr lang="en-US" sz="4000" kern="1200"/>
        </a:p>
      </dsp:txBody>
      <dsp:txXfrm>
        <a:off x="0" y="804966"/>
        <a:ext cx="9720072" cy="804475"/>
      </dsp:txXfrm>
    </dsp:sp>
    <dsp:sp modelId="{490B30E4-CD9A-45A6-8B07-2FD322F46341}">
      <dsp:nvSpPr>
        <dsp:cNvPr id="0" name=""/>
        <dsp:cNvSpPr/>
      </dsp:nvSpPr>
      <dsp:spPr>
        <a:xfrm>
          <a:off x="0" y="1609442"/>
          <a:ext cx="972007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BF1E20-890F-481B-9D77-A7A3FBBB7130}">
      <dsp:nvSpPr>
        <dsp:cNvPr id="0" name=""/>
        <dsp:cNvSpPr/>
      </dsp:nvSpPr>
      <dsp:spPr>
        <a:xfrm>
          <a:off x="0" y="1609442"/>
          <a:ext cx="9720072" cy="8044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kern="1200"/>
            <a:t>Probabilidad de auditoria</a:t>
          </a:r>
          <a:endParaRPr lang="en-US" sz="4000" kern="1200"/>
        </a:p>
      </dsp:txBody>
      <dsp:txXfrm>
        <a:off x="0" y="1609442"/>
        <a:ext cx="9720072" cy="804475"/>
      </dsp:txXfrm>
    </dsp:sp>
    <dsp:sp modelId="{7E33060F-90C7-4CD1-B9FB-9DA5CB0904AB}">
      <dsp:nvSpPr>
        <dsp:cNvPr id="0" name=""/>
        <dsp:cNvSpPr/>
      </dsp:nvSpPr>
      <dsp:spPr>
        <a:xfrm>
          <a:off x="0" y="2413917"/>
          <a:ext cx="972007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DA61A-6266-457E-BEC5-ECA8E4902332}">
      <dsp:nvSpPr>
        <dsp:cNvPr id="0" name=""/>
        <dsp:cNvSpPr/>
      </dsp:nvSpPr>
      <dsp:spPr>
        <a:xfrm>
          <a:off x="0" y="2413917"/>
          <a:ext cx="9720072" cy="8044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kern="1200"/>
            <a:t>Penalización</a:t>
          </a:r>
          <a:endParaRPr lang="en-US" sz="4000" kern="1200"/>
        </a:p>
      </dsp:txBody>
      <dsp:txXfrm>
        <a:off x="0" y="2413917"/>
        <a:ext cx="9720072" cy="804475"/>
      </dsp:txXfrm>
    </dsp:sp>
    <dsp:sp modelId="{6F3D5175-AE5D-4042-A5B1-D4F61B9858A7}">
      <dsp:nvSpPr>
        <dsp:cNvPr id="0" name=""/>
        <dsp:cNvSpPr/>
      </dsp:nvSpPr>
      <dsp:spPr>
        <a:xfrm>
          <a:off x="0" y="3218393"/>
          <a:ext cx="972007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6D7217-355D-4C04-AB06-DBDDE0F02531}">
      <dsp:nvSpPr>
        <dsp:cNvPr id="0" name=""/>
        <dsp:cNvSpPr/>
      </dsp:nvSpPr>
      <dsp:spPr>
        <a:xfrm>
          <a:off x="0" y="3218393"/>
          <a:ext cx="9720072" cy="8044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kern="1200"/>
            <a:t>Red de interacciones - Lattice</a:t>
          </a:r>
          <a:endParaRPr lang="en-US" sz="4000" kern="1200"/>
        </a:p>
      </dsp:txBody>
      <dsp:txXfrm>
        <a:off x="0" y="3218393"/>
        <a:ext cx="9720072" cy="8044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432C18-2628-471D-99D3-219277B81B43}">
      <dsp:nvSpPr>
        <dsp:cNvPr id="0" name=""/>
        <dsp:cNvSpPr/>
      </dsp:nvSpPr>
      <dsp:spPr>
        <a:xfrm>
          <a:off x="0" y="1669"/>
          <a:ext cx="9720072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2014BD-FCE2-4868-BFF4-50C907C0DBB8}">
      <dsp:nvSpPr>
        <dsp:cNvPr id="0" name=""/>
        <dsp:cNvSpPr/>
      </dsp:nvSpPr>
      <dsp:spPr>
        <a:xfrm>
          <a:off x="256011" y="192091"/>
          <a:ext cx="465476" cy="4654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155B34-91BB-45C8-81AA-364DB5B80814}">
      <dsp:nvSpPr>
        <dsp:cNvPr id="0" name=""/>
        <dsp:cNvSpPr/>
      </dsp:nvSpPr>
      <dsp:spPr>
        <a:xfrm>
          <a:off x="977499" y="1669"/>
          <a:ext cx="8742573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Baja temperatura + Alta presión fiscal</a:t>
          </a:r>
          <a:endParaRPr lang="en-US" sz="2200" kern="1200" dirty="0"/>
        </a:p>
      </dsp:txBody>
      <dsp:txXfrm>
        <a:off x="977499" y="1669"/>
        <a:ext cx="8742573" cy="846320"/>
      </dsp:txXfrm>
    </dsp:sp>
    <dsp:sp modelId="{FA22F20B-A377-4036-8878-A133F45CBE28}">
      <dsp:nvSpPr>
        <dsp:cNvPr id="0" name=""/>
        <dsp:cNvSpPr/>
      </dsp:nvSpPr>
      <dsp:spPr>
        <a:xfrm>
          <a:off x="0" y="1059569"/>
          <a:ext cx="9720072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DEDBD4-29C4-4EE7-976A-10BFACF1F231}">
      <dsp:nvSpPr>
        <dsp:cNvPr id="0" name=""/>
        <dsp:cNvSpPr/>
      </dsp:nvSpPr>
      <dsp:spPr>
        <a:xfrm>
          <a:off x="256011" y="1249991"/>
          <a:ext cx="465476" cy="4654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86E122-A65E-4EF0-943F-2D6AF505CDCD}">
      <dsp:nvSpPr>
        <dsp:cNvPr id="0" name=""/>
        <dsp:cNvSpPr/>
      </dsp:nvSpPr>
      <dsp:spPr>
        <a:xfrm>
          <a:off x="977499" y="1059569"/>
          <a:ext cx="8742573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Alta temperatura + Alta presión fiscal</a:t>
          </a:r>
          <a:endParaRPr lang="en-US" sz="2200" kern="1200" dirty="0"/>
        </a:p>
      </dsp:txBody>
      <dsp:txXfrm>
        <a:off x="977499" y="1059569"/>
        <a:ext cx="8742573" cy="846320"/>
      </dsp:txXfrm>
    </dsp:sp>
    <dsp:sp modelId="{29BC95D8-5064-49A8-B44A-4C3DEE02478D}">
      <dsp:nvSpPr>
        <dsp:cNvPr id="0" name=""/>
        <dsp:cNvSpPr/>
      </dsp:nvSpPr>
      <dsp:spPr>
        <a:xfrm>
          <a:off x="0" y="2117470"/>
          <a:ext cx="9720072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156BEF-9A9A-458E-8FC2-3F845097DF20}">
      <dsp:nvSpPr>
        <dsp:cNvPr id="0" name=""/>
        <dsp:cNvSpPr/>
      </dsp:nvSpPr>
      <dsp:spPr>
        <a:xfrm>
          <a:off x="256011" y="2307892"/>
          <a:ext cx="465476" cy="4654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242A6E-842E-4B80-BF03-34273757DA56}">
      <dsp:nvSpPr>
        <dsp:cNvPr id="0" name=""/>
        <dsp:cNvSpPr/>
      </dsp:nvSpPr>
      <dsp:spPr>
        <a:xfrm>
          <a:off x="977499" y="2117470"/>
          <a:ext cx="8742573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Baja temperatura + Baja presión fiscal</a:t>
          </a:r>
          <a:endParaRPr lang="en-US" sz="2200" kern="1200" dirty="0"/>
        </a:p>
      </dsp:txBody>
      <dsp:txXfrm>
        <a:off x="977499" y="2117470"/>
        <a:ext cx="8742573" cy="846320"/>
      </dsp:txXfrm>
    </dsp:sp>
    <dsp:sp modelId="{D243BF4D-288B-4437-BD89-5A9C81B8C0BB}">
      <dsp:nvSpPr>
        <dsp:cNvPr id="0" name=""/>
        <dsp:cNvSpPr/>
      </dsp:nvSpPr>
      <dsp:spPr>
        <a:xfrm>
          <a:off x="0" y="3175370"/>
          <a:ext cx="9720072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64544A-CC28-449E-844A-A7E8732249E0}">
      <dsp:nvSpPr>
        <dsp:cNvPr id="0" name=""/>
        <dsp:cNvSpPr/>
      </dsp:nvSpPr>
      <dsp:spPr>
        <a:xfrm>
          <a:off x="256011" y="3365792"/>
          <a:ext cx="465476" cy="4654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A63DA1-A857-4D1C-815F-37421645B5C9}">
      <dsp:nvSpPr>
        <dsp:cNvPr id="0" name=""/>
        <dsp:cNvSpPr/>
      </dsp:nvSpPr>
      <dsp:spPr>
        <a:xfrm>
          <a:off x="977499" y="3175370"/>
          <a:ext cx="8742573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Alta temperatura + Baja presión fiscal</a:t>
          </a:r>
          <a:endParaRPr lang="en-US" sz="2200" kern="1200" dirty="0"/>
        </a:p>
      </dsp:txBody>
      <dsp:txXfrm>
        <a:off x="977499" y="3175370"/>
        <a:ext cx="8742573" cy="8463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9BF0B33-9085-40C9-93A5-AB92D1B9A222}" type="datetime1">
              <a:rPr lang="en-GB" smtClean="0"/>
              <a:t>30/06/2025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5720C7-6FB5-45BA-BDBA-48D2872F91F1}" type="datetime1">
              <a:rPr lang="en-GB" smtClean="0"/>
              <a:pPr/>
              <a:t>30/06/2025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 rtl="0"/>
            <a:r>
              <a:rPr lang="en-GB" noProof="0" dirty="0"/>
              <a:t>Second level</a:t>
            </a:r>
          </a:p>
          <a:p>
            <a:pPr lvl="2" rtl="0"/>
            <a:r>
              <a:rPr lang="en-GB" noProof="0" dirty="0"/>
              <a:t>Third level</a:t>
            </a:r>
          </a:p>
          <a:p>
            <a:pPr lvl="3" rtl="0"/>
            <a:r>
              <a:rPr lang="en-GB" noProof="0" dirty="0"/>
              <a:t>Fourth level</a:t>
            </a:r>
          </a:p>
          <a:p>
            <a:pPr lvl="4" rtl="0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n-GB" smtClean="0"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1608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n-GB" smtClean="0"/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3740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n-GB" smtClean="0"/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52946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n-GB" smtClean="0"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7637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n-GB" noProof="0" smtClean="0"/>
              <a:t>‹#›</a:t>
            </a:fld>
            <a:endParaRPr lang="en-GB" noProof="0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n-GB" noProof="0" smtClean="0"/>
              <a:t>‹#›</a:t>
            </a:fld>
            <a:endParaRPr lang="en-GB" noProof="0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3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7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 rtl="0"/>
            <a:r>
              <a:rPr lang="en-GB" dirty="0">
                <a:solidFill>
                  <a:srgbClr val="FFFFFF"/>
                </a:solidFill>
              </a:rPr>
              <a:t>El </a:t>
            </a:r>
            <a:r>
              <a:rPr lang="en-GB" dirty="0" err="1">
                <a:solidFill>
                  <a:srgbClr val="FFFFFF"/>
                </a:solidFill>
              </a:rPr>
              <a:t>modelo</a:t>
            </a:r>
            <a:r>
              <a:rPr lang="en-GB" dirty="0">
                <a:solidFill>
                  <a:srgbClr val="FFFFFF"/>
                </a:solidFill>
              </a:rPr>
              <a:t> de </a:t>
            </a:r>
            <a:r>
              <a:rPr lang="en-GB" dirty="0" err="1">
                <a:solidFill>
                  <a:srgbClr val="FFFFFF"/>
                </a:solidFill>
              </a:rPr>
              <a:t>ising</a:t>
            </a:r>
            <a:r>
              <a:rPr lang="en-GB" dirty="0">
                <a:solidFill>
                  <a:srgbClr val="FFFFFF"/>
                </a:solidFill>
              </a:rPr>
              <a:t> para </a:t>
            </a:r>
            <a:r>
              <a:rPr lang="en-GB" dirty="0" err="1">
                <a:solidFill>
                  <a:srgbClr val="FFFFFF"/>
                </a:solidFill>
              </a:rPr>
              <a:t>analizar</a:t>
            </a:r>
            <a:r>
              <a:rPr lang="en-GB" dirty="0">
                <a:solidFill>
                  <a:srgbClr val="FFFFFF"/>
                </a:solidFill>
              </a:rPr>
              <a:t> la evasion fiscal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n-GB" dirty="0">
                <a:solidFill>
                  <a:srgbClr val="FFFFFF"/>
                </a:solidFill>
              </a:rPr>
              <a:t>Autor: Miguel Laloma Cabrera</a:t>
            </a:r>
          </a:p>
          <a:p>
            <a:pPr rtl="0"/>
            <a:r>
              <a:rPr lang="en-GB" dirty="0">
                <a:solidFill>
                  <a:srgbClr val="FFFFFF"/>
                </a:solidFill>
              </a:rPr>
              <a:t>Tutor: Manuel Rodríguez </a:t>
            </a:r>
            <a:r>
              <a:rPr lang="en-GB" dirty="0" err="1">
                <a:solidFill>
                  <a:srgbClr val="FFFFFF"/>
                </a:solidFill>
              </a:rPr>
              <a:t>Leret</a:t>
            </a:r>
            <a:endParaRPr lang="en-GB" dirty="0">
              <a:solidFill>
                <a:srgbClr val="FFFFFF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Imagen corporativa - Fundación San Pablo Andalucía CEU">
            <a:extLst>
              <a:ext uri="{FF2B5EF4-FFF2-40B4-BE49-F238E27FC236}">
                <a16:creationId xmlns:a16="http://schemas.microsoft.com/office/drawing/2014/main" id="{0FC7855B-14EB-1945-C059-BFBAF112B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190D2-3080-B6F1-DC27-E118B9CA6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266D6-A36C-B353-8D2F-68A3A515D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Introducción y Objetivos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Evasión Fiscal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Modelo de Ising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Análisis de datos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Simulación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 Conclusiones y líneas futuras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C1572-7230-67E3-CEAE-971A1B44F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14C301-067F-17AC-615C-E23304CFA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2</a:t>
            </a:fld>
            <a:endParaRPr lang="en-GB" noProof="0" dirty="0"/>
          </a:p>
        </p:txBody>
      </p:sp>
      <p:pic>
        <p:nvPicPr>
          <p:cNvPr id="6" name="Picture 2" descr="Imagen corporativa - Fundación San Pablo Andalucía CEU">
            <a:extLst>
              <a:ext uri="{FF2B5EF4-FFF2-40B4-BE49-F238E27FC236}">
                <a16:creationId xmlns:a16="http://schemas.microsoft.com/office/drawing/2014/main" id="{BF1D251A-7422-A0F9-6ED4-36FF8AD4E86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8574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ABE9D-480F-1E81-D96F-16F67BF1F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Introducción Y Objetivos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652AF9-1C04-DC8E-FA7E-B5366BF2D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EFF6A-E005-6EEA-8255-3FBB604CE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AB3907-81EA-948C-5C1B-4AF752806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6" name="Picture 2" descr="Imagen corporativa - Fundación San Pablo Andalucía CEU">
            <a:extLst>
              <a:ext uri="{FF2B5EF4-FFF2-40B4-BE49-F238E27FC236}">
                <a16:creationId xmlns:a16="http://schemas.microsoft.com/office/drawing/2014/main" id="{B2379F5A-6C5F-3F9C-F43F-A6DED92A865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08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7A4C1CE-A784-CE58-543F-E1A09079EA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283591"/>
              </p:ext>
            </p:extLst>
          </p:nvPr>
        </p:nvGraphicFramePr>
        <p:xfrm>
          <a:off x="1024127" y="2084832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7EDBDA3-7AFB-1768-FA15-E844EF857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anchor="ctr">
            <a:normAutofit/>
          </a:bodyPr>
          <a:lstStyle/>
          <a:p>
            <a:r>
              <a:rPr lang="es-ES" dirty="0"/>
              <a:t>Evasión fiscal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A9AEA-B8ED-61BA-F0D3-0B969C6973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 noProof="0"/>
              <a:t>02/07/2025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2BC86-22CE-6B85-D7F2-36FCB6143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FAB73BC-B049-4115-A692-8D63A059BFB8}" type="slidenum">
              <a:rPr lang="en-GB" noProof="0" smtClean="0"/>
              <a:pPr rtl="0">
                <a:spcAft>
                  <a:spcPts val="600"/>
                </a:spcAft>
              </a:pPr>
              <a:t>4</a:t>
            </a:fld>
            <a:endParaRPr lang="en-GB" noProof="0"/>
          </a:p>
        </p:txBody>
      </p:sp>
      <p:pic>
        <p:nvPicPr>
          <p:cNvPr id="37" name="Graphic 36" descr="Bar graph with downward trend outline">
            <a:extLst>
              <a:ext uri="{FF2B5EF4-FFF2-40B4-BE49-F238E27FC236}">
                <a16:creationId xmlns:a16="http://schemas.microsoft.com/office/drawing/2014/main" id="{7961692C-EE36-C07A-ED3F-9438970C64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14582" y="4681430"/>
            <a:ext cx="1139068" cy="1139068"/>
          </a:xfrm>
          <a:prstGeom prst="rect">
            <a:avLst/>
          </a:prstGeom>
        </p:spPr>
      </p:pic>
      <p:pic>
        <p:nvPicPr>
          <p:cNvPr id="39" name="Graphic 38" descr="Scales of justice outline">
            <a:extLst>
              <a:ext uri="{FF2B5EF4-FFF2-40B4-BE49-F238E27FC236}">
                <a16:creationId xmlns:a16="http://schemas.microsoft.com/office/drawing/2014/main" id="{4AD0BC00-053A-5A8B-919F-EBC430B579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014582" y="2520286"/>
            <a:ext cx="1139069" cy="1139069"/>
          </a:xfrm>
          <a:prstGeom prst="rect">
            <a:avLst/>
          </a:prstGeom>
        </p:spPr>
      </p:pic>
      <p:pic>
        <p:nvPicPr>
          <p:cNvPr id="40" name="Picture 2" descr="Imagen corporativa - Fundación San Pablo Andalucía CEU">
            <a:extLst>
              <a:ext uri="{FF2B5EF4-FFF2-40B4-BE49-F238E27FC236}">
                <a16:creationId xmlns:a16="http://schemas.microsoft.com/office/drawing/2014/main" id="{95126A0C-D0E0-00AC-D956-E4541EDB2011}"/>
              </a:ext>
            </a:extLst>
          </p:cNvPr>
          <p:cNvPicPr/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8775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D9861-759F-F11D-009F-AEF33F206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Modelo de Ising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FC2E7-C4E5-5D56-8BD2-0E9FA15C5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C60FB1-1ED4-E1CF-CB7C-D1D1C8CD3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5</a:t>
            </a:fld>
            <a:endParaRPr lang="en-GB" noProof="0" dirty="0"/>
          </a:p>
        </p:txBody>
      </p:sp>
      <p:pic>
        <p:nvPicPr>
          <p:cNvPr id="3076" name="Picture 4" descr="Modelo de Ising - Wikipedia, la enciclopedia libre">
            <a:extLst>
              <a:ext uri="{FF2B5EF4-FFF2-40B4-BE49-F238E27FC236}">
                <a16:creationId xmlns:a16="http://schemas.microsoft.com/office/drawing/2014/main" id="{FD547960-AEAE-1971-EB08-7E74147DB83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938" y="2430262"/>
            <a:ext cx="9720262" cy="373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magen corporativa - Fundación San Pablo Andalucía CEU">
            <a:extLst>
              <a:ext uri="{FF2B5EF4-FFF2-40B4-BE49-F238E27FC236}">
                <a16:creationId xmlns:a16="http://schemas.microsoft.com/office/drawing/2014/main" id="{F4B0F101-02D4-7F84-77E1-ADEC77B5444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7206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D9861-759F-F11D-009F-AEF33F206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anchor="ctr">
            <a:normAutofit/>
          </a:bodyPr>
          <a:lstStyle/>
          <a:p>
            <a:r>
              <a:rPr lang="es-ES" dirty="0"/>
              <a:t>Adaptación del Modelo de Ising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6FC2E7-C4E5-5D56-8BD2-0E9FA15C54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 noProof="0"/>
              <a:t>02/07/2025</a:t>
            </a:r>
            <a:endParaRPr lang="en-GB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C60FB1-1ED4-E1CF-CB7C-D1D1C8CD3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FAB73BC-B049-4115-A692-8D63A059BFB8}" type="slidenum">
              <a:rPr lang="en-GB" noProof="0" smtClean="0"/>
              <a:pPr rtl="0">
                <a:spcAft>
                  <a:spcPts val="600"/>
                </a:spcAft>
              </a:pPr>
              <a:t>6</a:t>
            </a:fld>
            <a:endParaRPr lang="en-GB" noProof="0"/>
          </a:p>
        </p:txBody>
      </p:sp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C8B71B16-3AD3-F696-4E6A-A627B5FF93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5622860"/>
              </p:ext>
            </p:extLst>
          </p:nvPr>
        </p:nvGraphicFramePr>
        <p:xfrm>
          <a:off x="1024128" y="2286000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Picture 2" descr="Imagen corporativa - Fundación San Pablo Andalucía CEU">
            <a:extLst>
              <a:ext uri="{FF2B5EF4-FFF2-40B4-BE49-F238E27FC236}">
                <a16:creationId xmlns:a16="http://schemas.microsoft.com/office/drawing/2014/main" id="{7AC436B5-F606-ECA1-480B-45E4B1EE9545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5142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5A2F4-C68A-79FA-87A3-657B07BAD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Análisis de datos – VAT GAP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31CE1-78FC-27D2-1989-AF57BAC6A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88F0C1-734B-F05D-5D43-3AAA3C817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7</a:t>
            </a:fld>
            <a:endParaRPr lang="en-GB" noProof="0" dirty="0"/>
          </a:p>
        </p:txBody>
      </p:sp>
      <p:pic>
        <p:nvPicPr>
          <p:cNvPr id="8" name="Picture 2" descr="Imagen corporativa - Fundación San Pablo Andalucía CEU">
            <a:extLst>
              <a:ext uri="{FF2B5EF4-FFF2-40B4-BE49-F238E27FC236}">
                <a16:creationId xmlns:a16="http://schemas.microsoft.com/office/drawing/2014/main" id="{39AC58A2-EE74-0889-B0D7-8024642E67B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FDED078-96E2-84A3-CE34-773474C3B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15897" y="2485607"/>
            <a:ext cx="5936533" cy="3584322"/>
          </a:xfrm>
        </p:spPr>
      </p:pic>
    </p:spTree>
    <p:extLst>
      <p:ext uri="{BB962C8B-B14F-4D97-AF65-F5344CB8AC3E}">
        <p14:creationId xmlns:p14="http://schemas.microsoft.com/office/powerpoint/2010/main" val="271823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5A2F4-C68A-79FA-87A3-657B07BAD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Análisis de datos – TAX gap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F6654FA-572D-72BD-AC31-9B48DB286A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2377" y="2286000"/>
            <a:ext cx="6423383" cy="40227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31CE1-78FC-27D2-1989-AF57BAC6A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88F0C1-734B-F05D-5D43-3AAA3C817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8</a:t>
            </a:fld>
            <a:endParaRPr lang="en-GB" noProof="0" dirty="0"/>
          </a:p>
        </p:txBody>
      </p:sp>
      <p:pic>
        <p:nvPicPr>
          <p:cNvPr id="8" name="Picture 2" descr="Imagen corporativa - Fundación San Pablo Andalucía CEU">
            <a:extLst>
              <a:ext uri="{FF2B5EF4-FFF2-40B4-BE49-F238E27FC236}">
                <a16:creationId xmlns:a16="http://schemas.microsoft.com/office/drawing/2014/main" id="{39AC58A2-EE74-0889-B0D7-8024642E67B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20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 anchor="ctr">
            <a:normAutofit/>
          </a:bodyPr>
          <a:lstStyle/>
          <a:p>
            <a:pPr rtl="0"/>
            <a:r>
              <a:rPr lang="en-GB" dirty="0" err="1"/>
              <a:t>Simulación</a:t>
            </a:r>
            <a:r>
              <a:rPr lang="en-GB" dirty="0"/>
              <a:t> – </a:t>
            </a:r>
            <a:r>
              <a:rPr lang="en-GB" dirty="0" err="1"/>
              <a:t>Método</a:t>
            </a:r>
            <a:r>
              <a:rPr lang="en-GB" dirty="0"/>
              <a:t> de Montecarlo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163-4DA8-BD4C-198B-32E4C6A6CE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 noProof="0"/>
              <a:t>02/07/2025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484B8-5401-A575-83E7-06F8B0E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FAB73BC-B049-4115-A692-8D63A059BFB8}" type="slidenum">
              <a:rPr lang="en-GB" noProof="0" smtClean="0"/>
              <a:pPr rtl="0">
                <a:spcAft>
                  <a:spcPts val="600"/>
                </a:spcAft>
              </a:pPr>
              <a:t>9</a:t>
            </a:fld>
            <a:endParaRPr lang="en-GB" noProof="0"/>
          </a:p>
        </p:txBody>
      </p:sp>
      <p:pic>
        <p:nvPicPr>
          <p:cNvPr id="9" name="Picture 2" descr="Imagen corporativa - Fundación San Pablo Andalucía CEU">
            <a:extLst>
              <a:ext uri="{FF2B5EF4-FFF2-40B4-BE49-F238E27FC236}">
                <a16:creationId xmlns:a16="http://schemas.microsoft.com/office/drawing/2014/main" id="{E586BB0D-CC6B-090F-F1A4-DBE8ED120F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5295F9C5-8F13-2121-E95C-D03D9EC961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833009" y="2286000"/>
            <a:ext cx="4102120" cy="4022725"/>
          </a:xfrm>
        </p:spPr>
      </p:pic>
    </p:spTree>
    <p:extLst>
      <p:ext uri="{BB962C8B-B14F-4D97-AF65-F5344CB8AC3E}">
        <p14:creationId xmlns:p14="http://schemas.microsoft.com/office/powerpoint/2010/main" val="3787267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 anchor="ctr">
            <a:normAutofit/>
          </a:bodyPr>
          <a:lstStyle/>
          <a:p>
            <a:pPr rtl="0"/>
            <a:r>
              <a:rPr lang="en-GB" dirty="0" err="1"/>
              <a:t>Simulación</a:t>
            </a:r>
            <a:r>
              <a:rPr lang="en-GB" dirty="0"/>
              <a:t> – </a:t>
            </a:r>
            <a:r>
              <a:rPr lang="en-GB" dirty="0" err="1"/>
              <a:t>Comportamiento</a:t>
            </a:r>
            <a:r>
              <a:rPr lang="en-GB" dirty="0"/>
              <a:t> </a:t>
            </a:r>
            <a:r>
              <a:rPr lang="en-GB" dirty="0" err="1"/>
              <a:t>eStático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163-4DA8-BD4C-198B-32E4C6A6CE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4129" y="6470704"/>
            <a:ext cx="2154143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r>
              <a:rPr lang="en-US" noProof="0"/>
              <a:t>02/07/2025</a:t>
            </a:r>
            <a:endParaRPr lang="en-GB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484B8-5401-A575-83E7-06F8B0E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37333" y="6470704"/>
            <a:ext cx="973667" cy="274320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4FAB73BC-B049-4115-A692-8D63A059BFB8}" type="slidenum">
              <a:rPr lang="en-GB" noProof="0" smtClean="0"/>
              <a:pPr rtl="0">
                <a:spcAft>
                  <a:spcPts val="600"/>
                </a:spcAft>
              </a:pPr>
              <a:t>10</a:t>
            </a:fld>
            <a:endParaRPr lang="en-GB" noProof="0"/>
          </a:p>
        </p:txBody>
      </p:sp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774032CC-261F-6C6E-11DE-32D691FF640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24128" y="2286000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Picture 2" descr="Imagen corporativa - Fundación San Pablo Andalucía CEU">
            <a:extLst>
              <a:ext uri="{FF2B5EF4-FFF2-40B4-BE49-F238E27FC236}">
                <a16:creationId xmlns:a16="http://schemas.microsoft.com/office/drawing/2014/main" id="{E586BB0D-CC6B-090F-F1A4-DBE8ED120FFF}"/>
              </a:ext>
            </a:extLst>
          </p:cNvPr>
          <p:cNvPicPr/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2812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pPr rtl="0"/>
            <a:r>
              <a:rPr lang="en-GB" dirty="0" err="1"/>
              <a:t>Simulación</a:t>
            </a:r>
            <a:endParaRPr lang="en-GB" dirty="0"/>
          </a:p>
        </p:txBody>
      </p:sp>
      <p:pic>
        <p:nvPicPr>
          <p:cNvPr id="3" name="Picture 2" descr="Imagen corporativa - Fundación San Pablo Andalucía CEU">
            <a:extLst>
              <a:ext uri="{FF2B5EF4-FFF2-40B4-BE49-F238E27FC236}">
                <a16:creationId xmlns:a16="http://schemas.microsoft.com/office/drawing/2014/main" id="{0BD81BE2-64ED-D40F-4D9B-A23BFEB2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163-4DA8-BD4C-198B-32E4C6A6C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484B8-5401-A575-83E7-06F8B0E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11</a:t>
            </a:fld>
            <a:endParaRPr lang="en-GB" noProof="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047714-8B56-300F-2F59-F5596C9354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354748" y="2084832"/>
            <a:ext cx="5058832" cy="3922506"/>
          </a:xfrm>
        </p:spPr>
      </p:pic>
    </p:spTree>
    <p:extLst>
      <p:ext uri="{BB962C8B-B14F-4D97-AF65-F5344CB8AC3E}">
        <p14:creationId xmlns:p14="http://schemas.microsoft.com/office/powerpoint/2010/main" val="976452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pPr rtl="0"/>
            <a:r>
              <a:rPr lang="en-GB" dirty="0" err="1"/>
              <a:t>Simulación</a:t>
            </a:r>
            <a:endParaRPr lang="en-GB" dirty="0"/>
          </a:p>
        </p:txBody>
      </p:sp>
      <p:pic>
        <p:nvPicPr>
          <p:cNvPr id="3" name="Picture 2" descr="Imagen corporativa - Fundación San Pablo Andalucía CEU">
            <a:extLst>
              <a:ext uri="{FF2B5EF4-FFF2-40B4-BE49-F238E27FC236}">
                <a16:creationId xmlns:a16="http://schemas.microsoft.com/office/drawing/2014/main" id="{0BD81BE2-64ED-D40F-4D9B-A23BFEB2B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163-4DA8-BD4C-198B-32E4C6A6C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484B8-5401-A575-83E7-06F8B0E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12</a:t>
            </a:fld>
            <a:endParaRPr lang="en-GB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9177340-9273-25F1-4259-25A5185812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3302427" y="2084832"/>
            <a:ext cx="5163473" cy="3951085"/>
          </a:xfrm>
        </p:spPr>
      </p:pic>
    </p:spTree>
    <p:extLst>
      <p:ext uri="{BB962C8B-B14F-4D97-AF65-F5344CB8AC3E}">
        <p14:creationId xmlns:p14="http://schemas.microsoft.com/office/powerpoint/2010/main" val="678383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89B8A-D2CA-7AB0-05F0-07A329DE5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Conclusiones y líneas futuras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E04FF-E68F-F861-6F07-F341D2546F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1883EF-3158-692D-639E-CD51B2896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US" noProof="0"/>
              <a:t>02/07/2025</a:t>
            </a:r>
            <a:endParaRPr lang="en-GB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38086-17F1-CA4E-5F1D-23F7D123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AB73BC-B049-4115-A692-8D63A059BFB8}" type="slidenum">
              <a:rPr lang="en-GB" noProof="0" smtClean="0"/>
              <a:t>13</a:t>
            </a:fld>
            <a:endParaRPr lang="en-GB" noProof="0" dirty="0"/>
          </a:p>
        </p:txBody>
      </p:sp>
      <p:pic>
        <p:nvPicPr>
          <p:cNvPr id="6" name="Picture 2" descr="Imagen corporativa - Fundación San Pablo Andalucía CEU">
            <a:extLst>
              <a:ext uri="{FF2B5EF4-FFF2-40B4-BE49-F238E27FC236}">
                <a16:creationId xmlns:a16="http://schemas.microsoft.com/office/drawing/2014/main" id="{12C74B94-5575-EA1C-C81D-E34E622EF3D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77679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DB922-1C15-0688-2B96-47D1C6ADED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Muchas gracias por su atención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02014A-D9B0-B860-A47B-C2CE78490E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Miguel Laloma</a:t>
            </a:r>
            <a:endParaRPr lang="en-GB" dirty="0"/>
          </a:p>
        </p:txBody>
      </p:sp>
      <p:pic>
        <p:nvPicPr>
          <p:cNvPr id="4" name="Picture 2" descr="Imagen corporativa - Fundación San Pablo Andalucía CEU">
            <a:extLst>
              <a:ext uri="{FF2B5EF4-FFF2-40B4-BE49-F238E27FC236}">
                <a16:creationId xmlns:a16="http://schemas.microsoft.com/office/drawing/2014/main" id="{B00D06A7-9321-C198-8348-9BE0BCED573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0040" y="6189735"/>
            <a:ext cx="945214" cy="668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6037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7643_TF22378848.potx" id="{6BBE7CC7-35DD-4A68-AF50-43E942A5F51F}" vid="{D3513AAA-9640-405D-ACB4-14E37EB01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Integral design</Template>
  <TotalTime>2482</TotalTime>
  <Words>161</Words>
  <Application>Microsoft Office PowerPoint</Application>
  <PresentationFormat>Widescreen</PresentationFormat>
  <Paragraphs>63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Tw Cen MT</vt:lpstr>
      <vt:lpstr>Tw Cen MT Condensed</vt:lpstr>
      <vt:lpstr>Wingdings 3</vt:lpstr>
      <vt:lpstr>Integral</vt:lpstr>
      <vt:lpstr>El modelo de ising para analizar la evasion fiscal</vt:lpstr>
      <vt:lpstr>Índice</vt:lpstr>
      <vt:lpstr>Introducción Y Objetivos</vt:lpstr>
      <vt:lpstr>Evasión fiscal</vt:lpstr>
      <vt:lpstr>Modelo de Ising</vt:lpstr>
      <vt:lpstr>Adaptación del Modelo de Ising</vt:lpstr>
      <vt:lpstr>Análisis de datos – VAT GAP</vt:lpstr>
      <vt:lpstr>Análisis de datos – TAX gap</vt:lpstr>
      <vt:lpstr>Simulación – Método de Montecarlo</vt:lpstr>
      <vt:lpstr>Simulación – Comportamiento eStático</vt:lpstr>
      <vt:lpstr>Simulación</vt:lpstr>
      <vt:lpstr>Simulación</vt:lpstr>
      <vt:lpstr>Conclusiones y líneas futuras</vt:lpstr>
      <vt:lpstr>Muchas gracias por su atención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Laloma Cabrera, Miguel</dc:creator>
  <cp:lastModifiedBy>Laloma Cabrera, Miguel</cp:lastModifiedBy>
  <cp:revision>3</cp:revision>
  <dcterms:created xsi:type="dcterms:W3CDTF">2025-06-30T13:17:03Z</dcterms:created>
  <dcterms:modified xsi:type="dcterms:W3CDTF">2025-07-02T06:39:08Z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