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34"/>
  </p:notesMasterIdLst>
  <p:handoutMasterIdLst>
    <p:handoutMasterId r:id="rId35"/>
  </p:handoutMasterIdLst>
  <p:sldIdLst>
    <p:sldId id="412" r:id="rId5"/>
    <p:sldId id="411" r:id="rId6"/>
    <p:sldId id="441" r:id="rId7"/>
    <p:sldId id="414" r:id="rId8"/>
    <p:sldId id="413" r:id="rId9"/>
    <p:sldId id="426" r:id="rId10"/>
    <p:sldId id="440" r:id="rId11"/>
    <p:sldId id="430" r:id="rId12"/>
    <p:sldId id="415" r:id="rId13"/>
    <p:sldId id="427" r:id="rId14"/>
    <p:sldId id="431" r:id="rId15"/>
    <p:sldId id="442" r:id="rId16"/>
    <p:sldId id="418" r:id="rId17"/>
    <p:sldId id="417" r:id="rId18"/>
    <p:sldId id="419" r:id="rId19"/>
    <p:sldId id="428" r:id="rId20"/>
    <p:sldId id="421" r:id="rId21"/>
    <p:sldId id="422" r:id="rId22"/>
    <p:sldId id="433" r:id="rId23"/>
    <p:sldId id="434" r:id="rId24"/>
    <p:sldId id="435" r:id="rId25"/>
    <p:sldId id="423" r:id="rId26"/>
    <p:sldId id="437" r:id="rId27"/>
    <p:sldId id="438" r:id="rId28"/>
    <p:sldId id="439" r:id="rId29"/>
    <p:sldId id="436" r:id="rId30"/>
    <p:sldId id="397" r:id="rId31"/>
    <p:sldId id="424" r:id="rId32"/>
    <p:sldId id="398" r:id="rId33"/>
  </p:sldIdLst>
  <p:sldSz cx="12192000" cy="6858000"/>
  <p:notesSz cx="6858000" cy="9144000"/>
  <p:defaultTextStyle>
    <a:defPPr rtl="0">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1207EF-9F8A-4A6F-AFB8-9FB6F7CC3DCD}" v="14" dt="2024-07-10T20:07:21.469"/>
  </p1510:revLst>
</p1510:revInfo>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00" autoAdjust="0"/>
    <p:restoredTop sz="83215" autoAdjust="0"/>
  </p:normalViewPr>
  <p:slideViewPr>
    <p:cSldViewPr snapToGrid="0">
      <p:cViewPr varScale="1">
        <p:scale>
          <a:sx n="52" d="100"/>
          <a:sy n="52" d="100"/>
        </p:scale>
        <p:origin x="1312"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97" d="100"/>
          <a:sy n="97" d="100"/>
        </p:scale>
        <p:origin x="2868"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notesMaster" Target="notesMasters/notesMaster1.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43"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guel Laloma" userId="e73689ef0cab016c" providerId="LiveId" clId="{351207EF-9F8A-4A6F-AFB8-9FB6F7CC3DCD}"/>
    <pc:docChg chg="undo custSel addSld delSld modSld sldOrd modMainMaster">
      <pc:chgData name="Miguel Laloma" userId="e73689ef0cab016c" providerId="LiveId" clId="{351207EF-9F8A-4A6F-AFB8-9FB6F7CC3DCD}" dt="2024-07-11T09:45:28.201" v="7814" actId="20577"/>
      <pc:docMkLst>
        <pc:docMk/>
      </pc:docMkLst>
      <pc:sldChg chg="del">
        <pc:chgData name="Miguel Laloma" userId="e73689ef0cab016c" providerId="LiveId" clId="{351207EF-9F8A-4A6F-AFB8-9FB6F7CC3DCD}" dt="2024-07-09T17:23:24.452" v="121" actId="47"/>
        <pc:sldMkLst>
          <pc:docMk/>
          <pc:sldMk cId="1440871986" sldId="389"/>
        </pc:sldMkLst>
      </pc:sldChg>
      <pc:sldChg chg="addSp delSp modSp mod modNotesTx">
        <pc:chgData name="Miguel Laloma" userId="e73689ef0cab016c" providerId="LiveId" clId="{351207EF-9F8A-4A6F-AFB8-9FB6F7CC3DCD}" dt="2024-07-11T08:04:19.332" v="7685" actId="20577"/>
        <pc:sldMkLst>
          <pc:docMk/>
          <pc:sldMk cId="2039059756" sldId="397"/>
        </pc:sldMkLst>
        <pc:picChg chg="add del mod">
          <ac:chgData name="Miguel Laloma" userId="e73689ef0cab016c" providerId="LiveId" clId="{351207EF-9F8A-4A6F-AFB8-9FB6F7CC3DCD}" dt="2024-07-10T18:23:19.935" v="416" actId="34818"/>
          <ac:picMkLst>
            <pc:docMk/>
            <pc:sldMk cId="2039059756" sldId="397"/>
            <ac:picMk id="4" creationId="{74111385-E4A3-128E-3390-839BBB3C97ED}"/>
          </ac:picMkLst>
        </pc:picChg>
      </pc:sldChg>
      <pc:sldChg chg="addSp delSp modSp mod modNotesTx">
        <pc:chgData name="Miguel Laloma" userId="e73689ef0cab016c" providerId="LiveId" clId="{351207EF-9F8A-4A6F-AFB8-9FB6F7CC3DCD}" dt="2024-07-10T20:08:01.139" v="7456" actId="20577"/>
        <pc:sldMkLst>
          <pc:docMk/>
          <pc:sldMk cId="4261132419" sldId="398"/>
        </pc:sldMkLst>
        <pc:picChg chg="add del mod">
          <ac:chgData name="Miguel Laloma" userId="e73689ef0cab016c" providerId="LiveId" clId="{351207EF-9F8A-4A6F-AFB8-9FB6F7CC3DCD}" dt="2024-07-10T18:23:19.935" v="416" actId="34818"/>
          <ac:picMkLst>
            <pc:docMk/>
            <pc:sldMk cId="4261132419" sldId="398"/>
            <ac:picMk id="5" creationId="{61D69BE1-C7F3-8C3F-F665-2616A453EC32}"/>
          </ac:picMkLst>
        </pc:picChg>
      </pc:sldChg>
      <pc:sldChg chg="del">
        <pc:chgData name="Miguel Laloma" userId="e73689ef0cab016c" providerId="LiveId" clId="{351207EF-9F8A-4A6F-AFB8-9FB6F7CC3DCD}" dt="2024-07-10T15:37:11.256" v="254" actId="47"/>
        <pc:sldMkLst>
          <pc:docMk/>
          <pc:sldMk cId="3390304222" sldId="410"/>
        </pc:sldMkLst>
      </pc:sldChg>
      <pc:sldChg chg="addSp delSp modSp mod modNotesTx">
        <pc:chgData name="Miguel Laloma" userId="e73689ef0cab016c" providerId="LiveId" clId="{351207EF-9F8A-4A6F-AFB8-9FB6F7CC3DCD}" dt="2024-07-10T18:26:35.948" v="891" actId="20577"/>
        <pc:sldMkLst>
          <pc:docMk/>
          <pc:sldMk cId="3501558579" sldId="411"/>
        </pc:sldMkLst>
        <pc:spChg chg="mod">
          <ac:chgData name="Miguel Laloma" userId="e73689ef0cab016c" providerId="LiveId" clId="{351207EF-9F8A-4A6F-AFB8-9FB6F7CC3DCD}" dt="2024-07-10T15:41:02.062" v="258" actId="255"/>
          <ac:spMkLst>
            <pc:docMk/>
            <pc:sldMk cId="3501558579" sldId="411"/>
            <ac:spMk id="4" creationId="{9AB34E5C-5C6C-215E-49DA-4F68AE5F06BF}"/>
          </ac:spMkLst>
        </pc:spChg>
        <pc:picChg chg="add del mod">
          <ac:chgData name="Miguel Laloma" userId="e73689ef0cab016c" providerId="LiveId" clId="{351207EF-9F8A-4A6F-AFB8-9FB6F7CC3DCD}" dt="2024-07-10T18:23:19.935" v="416" actId="34818"/>
          <ac:picMkLst>
            <pc:docMk/>
            <pc:sldMk cId="3501558579" sldId="411"/>
            <ac:picMk id="5" creationId="{01D5CC7C-F4A5-792B-4FD7-DAD4C293EEC3}"/>
          </ac:picMkLst>
        </pc:picChg>
      </pc:sldChg>
      <pc:sldChg chg="addSp delSp modSp mod modNotesTx">
        <pc:chgData name="Miguel Laloma" userId="e73689ef0cab016c" providerId="LiveId" clId="{351207EF-9F8A-4A6F-AFB8-9FB6F7CC3DCD}" dt="2024-07-10T18:25:38.430" v="736" actId="20577"/>
        <pc:sldMkLst>
          <pc:docMk/>
          <pc:sldMk cId="1093944453" sldId="412"/>
        </pc:sldMkLst>
        <pc:spChg chg="mod">
          <ac:chgData name="Miguel Laloma" userId="e73689ef0cab016c" providerId="LiveId" clId="{351207EF-9F8A-4A6F-AFB8-9FB6F7CC3DCD}" dt="2024-07-10T16:25:04.732" v="364" actId="20577"/>
          <ac:spMkLst>
            <pc:docMk/>
            <pc:sldMk cId="1093944453" sldId="412"/>
            <ac:spMk id="2" creationId="{7AB1D9D6-2977-ABCD-FDF8-51AFA5064E54}"/>
          </ac:spMkLst>
        </pc:spChg>
        <pc:picChg chg="add del mod">
          <ac:chgData name="Miguel Laloma" userId="e73689ef0cab016c" providerId="LiveId" clId="{351207EF-9F8A-4A6F-AFB8-9FB6F7CC3DCD}" dt="2024-07-10T18:23:19.935" v="416" actId="34818"/>
          <ac:picMkLst>
            <pc:docMk/>
            <pc:sldMk cId="1093944453" sldId="412"/>
            <ac:picMk id="5" creationId="{6E4E35FC-78A3-A682-63E3-83EC82AE8A87}"/>
          </ac:picMkLst>
        </pc:picChg>
      </pc:sldChg>
      <pc:sldChg chg="addSp delSp modSp mod modNotesTx">
        <pc:chgData name="Miguel Laloma" userId="e73689ef0cab016c" providerId="LiveId" clId="{351207EF-9F8A-4A6F-AFB8-9FB6F7CC3DCD}" dt="2024-07-10T18:31:47.612" v="2158" actId="20577"/>
        <pc:sldMkLst>
          <pc:docMk/>
          <pc:sldMk cId="2395030300" sldId="413"/>
        </pc:sldMkLst>
        <pc:spChg chg="mod">
          <ac:chgData name="Miguel Laloma" userId="e73689ef0cab016c" providerId="LiveId" clId="{351207EF-9F8A-4A6F-AFB8-9FB6F7CC3DCD}" dt="2024-07-10T15:51:57.938" v="308" actId="20577"/>
          <ac:spMkLst>
            <pc:docMk/>
            <pc:sldMk cId="2395030300" sldId="413"/>
            <ac:spMk id="4" creationId="{9AB34E5C-5C6C-215E-49DA-4F68AE5F06BF}"/>
          </ac:spMkLst>
        </pc:spChg>
        <pc:picChg chg="add del mod">
          <ac:chgData name="Miguel Laloma" userId="e73689ef0cab016c" providerId="LiveId" clId="{351207EF-9F8A-4A6F-AFB8-9FB6F7CC3DCD}" dt="2024-07-10T18:23:19.935" v="416" actId="34818"/>
          <ac:picMkLst>
            <pc:docMk/>
            <pc:sldMk cId="2395030300" sldId="413"/>
            <ac:picMk id="5" creationId="{2EEC320F-5625-1D5C-E34B-601AB44ABBEF}"/>
          </ac:picMkLst>
        </pc:picChg>
      </pc:sldChg>
      <pc:sldChg chg="addSp delSp modSp mod modNotesTx">
        <pc:chgData name="Miguel Laloma" userId="e73689ef0cab016c" providerId="LiveId" clId="{351207EF-9F8A-4A6F-AFB8-9FB6F7CC3DCD}" dt="2024-07-10T18:36:27.730" v="2161" actId="20577"/>
        <pc:sldMkLst>
          <pc:docMk/>
          <pc:sldMk cId="43084080" sldId="414"/>
        </pc:sldMkLst>
        <pc:spChg chg="mod">
          <ac:chgData name="Miguel Laloma" userId="e73689ef0cab016c" providerId="LiveId" clId="{351207EF-9F8A-4A6F-AFB8-9FB6F7CC3DCD}" dt="2024-07-10T15:51:57.024" v="306" actId="14100"/>
          <ac:spMkLst>
            <pc:docMk/>
            <pc:sldMk cId="43084080" sldId="414"/>
            <ac:spMk id="4" creationId="{9AB34E5C-5C6C-215E-49DA-4F68AE5F06BF}"/>
          </ac:spMkLst>
        </pc:spChg>
        <pc:picChg chg="add del mod">
          <ac:chgData name="Miguel Laloma" userId="e73689ef0cab016c" providerId="LiveId" clId="{351207EF-9F8A-4A6F-AFB8-9FB6F7CC3DCD}" dt="2024-07-10T18:23:19.935" v="416" actId="34818"/>
          <ac:picMkLst>
            <pc:docMk/>
            <pc:sldMk cId="43084080" sldId="414"/>
            <ac:picMk id="3" creationId="{CB595E0F-454A-2E30-D40D-DC62DE57844B}"/>
          </ac:picMkLst>
        </pc:picChg>
      </pc:sldChg>
      <pc:sldChg chg="addSp delSp modSp mod modNotesTx">
        <pc:chgData name="Miguel Laloma" userId="e73689ef0cab016c" providerId="LiveId" clId="{351207EF-9F8A-4A6F-AFB8-9FB6F7CC3DCD}" dt="2024-07-10T21:37:01.301" v="7494" actId="20577"/>
        <pc:sldMkLst>
          <pc:docMk/>
          <pc:sldMk cId="3553521770" sldId="415"/>
        </pc:sldMkLst>
        <pc:spChg chg="mod">
          <ac:chgData name="Miguel Laloma" userId="e73689ef0cab016c" providerId="LiveId" clId="{351207EF-9F8A-4A6F-AFB8-9FB6F7CC3DCD}" dt="2024-07-09T17:23:54.714" v="172" actId="20577"/>
          <ac:spMkLst>
            <pc:docMk/>
            <pc:sldMk cId="3553521770" sldId="415"/>
            <ac:spMk id="2" creationId="{B530BF65-C84B-45C3-72CA-AFDA68851174}"/>
          </ac:spMkLst>
        </pc:spChg>
        <pc:picChg chg="add del mod">
          <ac:chgData name="Miguel Laloma" userId="e73689ef0cab016c" providerId="LiveId" clId="{351207EF-9F8A-4A6F-AFB8-9FB6F7CC3DCD}" dt="2024-07-10T18:23:19.935" v="416" actId="34818"/>
          <ac:picMkLst>
            <pc:docMk/>
            <pc:sldMk cId="3553521770" sldId="415"/>
            <ac:picMk id="5" creationId="{3D247251-F1AB-639F-1E17-F5AC1CF003AB}"/>
          </ac:picMkLst>
        </pc:picChg>
      </pc:sldChg>
      <pc:sldChg chg="addSp modSp del mod">
        <pc:chgData name="Miguel Laloma" userId="e73689ef0cab016c" providerId="LiveId" clId="{351207EF-9F8A-4A6F-AFB8-9FB6F7CC3DCD}" dt="2024-07-10T16:24:00.264" v="362" actId="47"/>
        <pc:sldMkLst>
          <pc:docMk/>
          <pc:sldMk cId="4153698613" sldId="416"/>
        </pc:sldMkLst>
        <pc:spChg chg="mod">
          <ac:chgData name="Miguel Laloma" userId="e73689ef0cab016c" providerId="LiveId" clId="{351207EF-9F8A-4A6F-AFB8-9FB6F7CC3DCD}" dt="2024-07-10T16:16:41.906" v="361" actId="27636"/>
          <ac:spMkLst>
            <pc:docMk/>
            <pc:sldMk cId="4153698613" sldId="416"/>
            <ac:spMk id="3" creationId="{3B8EBC2C-6DD7-5003-38EB-40753046FE8C}"/>
          </ac:spMkLst>
        </pc:spChg>
        <pc:spChg chg="add mod">
          <ac:chgData name="Miguel Laloma" userId="e73689ef0cab016c" providerId="LiveId" clId="{351207EF-9F8A-4A6F-AFB8-9FB6F7CC3DCD}" dt="2024-07-10T16:16:38.156" v="358" actId="21"/>
          <ac:spMkLst>
            <pc:docMk/>
            <pc:sldMk cId="4153698613" sldId="416"/>
            <ac:spMk id="5" creationId="{CFFBCC08-F4E6-E21C-DD36-0F0CBE52A72D}"/>
          </ac:spMkLst>
        </pc:spChg>
      </pc:sldChg>
      <pc:sldChg chg="addSp delSp modSp mod modNotesTx">
        <pc:chgData name="Miguel Laloma" userId="e73689ef0cab016c" providerId="LiveId" clId="{351207EF-9F8A-4A6F-AFB8-9FB6F7CC3DCD}" dt="2024-07-10T18:52:15.173" v="2664" actId="20577"/>
        <pc:sldMkLst>
          <pc:docMk/>
          <pc:sldMk cId="2928558484" sldId="417"/>
        </pc:sldMkLst>
        <pc:picChg chg="add del mod">
          <ac:chgData name="Miguel Laloma" userId="e73689ef0cab016c" providerId="LiveId" clId="{351207EF-9F8A-4A6F-AFB8-9FB6F7CC3DCD}" dt="2024-07-10T18:23:19.935" v="416" actId="34818"/>
          <ac:picMkLst>
            <pc:docMk/>
            <pc:sldMk cId="2928558484" sldId="417"/>
            <ac:picMk id="5" creationId="{E16BD1FE-9123-CCBE-D217-5E98DF950764}"/>
          </ac:picMkLst>
        </pc:picChg>
      </pc:sldChg>
      <pc:sldChg chg="addSp delSp modSp mod">
        <pc:chgData name="Miguel Laloma" userId="e73689ef0cab016c" providerId="LiveId" clId="{351207EF-9F8A-4A6F-AFB8-9FB6F7CC3DCD}" dt="2024-07-10T18:23:19.935" v="416" actId="34818"/>
        <pc:sldMkLst>
          <pc:docMk/>
          <pc:sldMk cId="942428294" sldId="418"/>
        </pc:sldMkLst>
        <pc:picChg chg="add del mod">
          <ac:chgData name="Miguel Laloma" userId="e73689ef0cab016c" providerId="LiveId" clId="{351207EF-9F8A-4A6F-AFB8-9FB6F7CC3DCD}" dt="2024-07-10T18:23:19.935" v="416" actId="34818"/>
          <ac:picMkLst>
            <pc:docMk/>
            <pc:sldMk cId="942428294" sldId="418"/>
            <ac:picMk id="5" creationId="{62D052B4-BED7-D68A-F0F8-B0B7BD157B4A}"/>
          </ac:picMkLst>
        </pc:picChg>
      </pc:sldChg>
      <pc:sldChg chg="addSp delSp modSp mod">
        <pc:chgData name="Miguel Laloma" userId="e73689ef0cab016c" providerId="LiveId" clId="{351207EF-9F8A-4A6F-AFB8-9FB6F7CC3DCD}" dt="2024-07-10T18:23:19.935" v="416" actId="34818"/>
        <pc:sldMkLst>
          <pc:docMk/>
          <pc:sldMk cId="3519534646" sldId="419"/>
        </pc:sldMkLst>
        <pc:picChg chg="add del mod">
          <ac:chgData name="Miguel Laloma" userId="e73689ef0cab016c" providerId="LiveId" clId="{351207EF-9F8A-4A6F-AFB8-9FB6F7CC3DCD}" dt="2024-07-10T18:23:19.935" v="416" actId="34818"/>
          <ac:picMkLst>
            <pc:docMk/>
            <pc:sldMk cId="3519534646" sldId="419"/>
            <ac:picMk id="5" creationId="{31090D13-E21A-348C-AB86-CA80AC20B6C7}"/>
          </ac:picMkLst>
        </pc:picChg>
      </pc:sldChg>
      <pc:sldChg chg="modSp del mod">
        <pc:chgData name="Miguel Laloma" userId="e73689ef0cab016c" providerId="LiveId" clId="{351207EF-9F8A-4A6F-AFB8-9FB6F7CC3DCD}" dt="2024-07-10T15:56:35.501" v="354" actId="47"/>
        <pc:sldMkLst>
          <pc:docMk/>
          <pc:sldMk cId="2343227373" sldId="420"/>
        </pc:sldMkLst>
        <pc:spChg chg="mod">
          <ac:chgData name="Miguel Laloma" userId="e73689ef0cab016c" providerId="LiveId" clId="{351207EF-9F8A-4A6F-AFB8-9FB6F7CC3DCD}" dt="2024-07-09T17:22:42.721" v="36" actId="20577"/>
          <ac:spMkLst>
            <pc:docMk/>
            <pc:sldMk cId="2343227373" sldId="420"/>
            <ac:spMk id="2" creationId="{B530BF65-C84B-45C3-72CA-AFDA68851174}"/>
          </ac:spMkLst>
        </pc:spChg>
        <pc:spChg chg="mod">
          <ac:chgData name="Miguel Laloma" userId="e73689ef0cab016c" providerId="LiveId" clId="{351207EF-9F8A-4A6F-AFB8-9FB6F7CC3DCD}" dt="2024-07-09T17:22:55.249" v="68" actId="20577"/>
          <ac:spMkLst>
            <pc:docMk/>
            <pc:sldMk cId="2343227373" sldId="420"/>
            <ac:spMk id="3" creationId="{3B8EBC2C-6DD7-5003-38EB-40753046FE8C}"/>
          </ac:spMkLst>
        </pc:spChg>
      </pc:sldChg>
      <pc:sldChg chg="addSp delSp modSp mod modNotesTx">
        <pc:chgData name="Miguel Laloma" userId="e73689ef0cab016c" providerId="LiveId" clId="{351207EF-9F8A-4A6F-AFB8-9FB6F7CC3DCD}" dt="2024-07-10T18:55:56.575" v="3184" actId="20577"/>
        <pc:sldMkLst>
          <pc:docMk/>
          <pc:sldMk cId="2622012413" sldId="421"/>
        </pc:sldMkLst>
        <pc:picChg chg="add del mod">
          <ac:chgData name="Miguel Laloma" userId="e73689ef0cab016c" providerId="LiveId" clId="{351207EF-9F8A-4A6F-AFB8-9FB6F7CC3DCD}" dt="2024-07-10T18:23:19.935" v="416" actId="34818"/>
          <ac:picMkLst>
            <pc:docMk/>
            <pc:sldMk cId="2622012413" sldId="421"/>
            <ac:picMk id="3" creationId="{612E0CAB-4ED2-E8C2-9E0F-D1BD10E9D48A}"/>
          </ac:picMkLst>
        </pc:picChg>
      </pc:sldChg>
      <pc:sldChg chg="addSp delSp modSp mod modNotesTx">
        <pc:chgData name="Miguel Laloma" userId="e73689ef0cab016c" providerId="LiveId" clId="{351207EF-9F8A-4A6F-AFB8-9FB6F7CC3DCD}" dt="2024-07-10T19:17:11.659" v="6365" actId="33524"/>
        <pc:sldMkLst>
          <pc:docMk/>
          <pc:sldMk cId="3845148152" sldId="422"/>
        </pc:sldMkLst>
        <pc:picChg chg="add del mod">
          <ac:chgData name="Miguel Laloma" userId="e73689ef0cab016c" providerId="LiveId" clId="{351207EF-9F8A-4A6F-AFB8-9FB6F7CC3DCD}" dt="2024-07-10T18:23:19.935" v="416" actId="34818"/>
          <ac:picMkLst>
            <pc:docMk/>
            <pc:sldMk cId="3845148152" sldId="422"/>
            <ac:picMk id="4" creationId="{D060D003-221B-2DF9-10C0-A7764A0D8720}"/>
          </ac:picMkLst>
        </pc:picChg>
      </pc:sldChg>
      <pc:sldChg chg="addSp delSp modSp mod">
        <pc:chgData name="Miguel Laloma" userId="e73689ef0cab016c" providerId="LiveId" clId="{351207EF-9F8A-4A6F-AFB8-9FB6F7CC3DCD}" dt="2024-07-10T18:23:19.935" v="416" actId="34818"/>
        <pc:sldMkLst>
          <pc:docMk/>
          <pc:sldMk cId="1462034894" sldId="423"/>
        </pc:sldMkLst>
        <pc:picChg chg="add del mod">
          <ac:chgData name="Miguel Laloma" userId="e73689ef0cab016c" providerId="LiveId" clId="{351207EF-9F8A-4A6F-AFB8-9FB6F7CC3DCD}" dt="2024-07-10T18:23:19.935" v="416" actId="34818"/>
          <ac:picMkLst>
            <pc:docMk/>
            <pc:sldMk cId="1462034894" sldId="423"/>
            <ac:picMk id="5" creationId="{0EE95D79-E659-B131-E327-80D8B054D276}"/>
          </ac:picMkLst>
        </pc:picChg>
      </pc:sldChg>
      <pc:sldChg chg="addSp delSp modSp mod modNotesTx">
        <pc:chgData name="Miguel Laloma" userId="e73689ef0cab016c" providerId="LiveId" clId="{351207EF-9F8A-4A6F-AFB8-9FB6F7CC3DCD}" dt="2024-07-11T09:45:28.201" v="7814" actId="20577"/>
        <pc:sldMkLst>
          <pc:docMk/>
          <pc:sldMk cId="3248479431" sldId="424"/>
        </pc:sldMkLst>
        <pc:picChg chg="add del mod">
          <ac:chgData name="Miguel Laloma" userId="e73689ef0cab016c" providerId="LiveId" clId="{351207EF-9F8A-4A6F-AFB8-9FB6F7CC3DCD}" dt="2024-07-10T18:23:19.935" v="416" actId="34818"/>
          <ac:picMkLst>
            <pc:docMk/>
            <pc:sldMk cId="3248479431" sldId="424"/>
            <ac:picMk id="4" creationId="{A610EEDF-EEFF-E6C3-4C5F-5CB0F209B48A}"/>
          </ac:picMkLst>
        </pc:picChg>
      </pc:sldChg>
      <pc:sldChg chg="del">
        <pc:chgData name="Miguel Laloma" userId="e73689ef0cab016c" providerId="LiveId" clId="{351207EF-9F8A-4A6F-AFB8-9FB6F7CC3DCD}" dt="2024-07-10T15:38:48.702" v="257" actId="47"/>
        <pc:sldMkLst>
          <pc:docMk/>
          <pc:sldMk cId="480649092" sldId="425"/>
        </pc:sldMkLst>
      </pc:sldChg>
      <pc:sldChg chg="addSp delSp modSp mod">
        <pc:chgData name="Miguel Laloma" userId="e73689ef0cab016c" providerId="LiveId" clId="{351207EF-9F8A-4A6F-AFB8-9FB6F7CC3DCD}" dt="2024-07-10T18:23:19.935" v="416" actId="34818"/>
        <pc:sldMkLst>
          <pc:docMk/>
          <pc:sldMk cId="2457403525" sldId="426"/>
        </pc:sldMkLst>
        <pc:picChg chg="add del mod">
          <ac:chgData name="Miguel Laloma" userId="e73689ef0cab016c" providerId="LiveId" clId="{351207EF-9F8A-4A6F-AFB8-9FB6F7CC3DCD}" dt="2024-07-10T18:23:19.935" v="416" actId="34818"/>
          <ac:picMkLst>
            <pc:docMk/>
            <pc:sldMk cId="2457403525" sldId="426"/>
            <ac:picMk id="4" creationId="{6335036D-D4E3-7B84-D163-62A63FF1831E}"/>
          </ac:picMkLst>
        </pc:picChg>
      </pc:sldChg>
      <pc:sldChg chg="addSp delSp modSp mod modNotesTx">
        <pc:chgData name="Miguel Laloma" userId="e73689ef0cab016c" providerId="LiveId" clId="{351207EF-9F8A-4A6F-AFB8-9FB6F7CC3DCD}" dt="2024-07-10T18:39:54.070" v="2465" actId="20577"/>
        <pc:sldMkLst>
          <pc:docMk/>
          <pc:sldMk cId="1422762556" sldId="427"/>
        </pc:sldMkLst>
        <pc:picChg chg="add del mod">
          <ac:chgData name="Miguel Laloma" userId="e73689ef0cab016c" providerId="LiveId" clId="{351207EF-9F8A-4A6F-AFB8-9FB6F7CC3DCD}" dt="2024-07-10T18:23:19.935" v="416" actId="34818"/>
          <ac:picMkLst>
            <pc:docMk/>
            <pc:sldMk cId="1422762556" sldId="427"/>
            <ac:picMk id="4" creationId="{97538501-128B-6BA7-8833-996527F69793}"/>
          </ac:picMkLst>
        </pc:picChg>
      </pc:sldChg>
      <pc:sldChg chg="addSp delSp modSp mod">
        <pc:chgData name="Miguel Laloma" userId="e73689ef0cab016c" providerId="LiveId" clId="{351207EF-9F8A-4A6F-AFB8-9FB6F7CC3DCD}" dt="2024-07-10T18:23:19.935" v="416" actId="34818"/>
        <pc:sldMkLst>
          <pc:docMk/>
          <pc:sldMk cId="4105869104" sldId="428"/>
        </pc:sldMkLst>
        <pc:picChg chg="add del mod">
          <ac:chgData name="Miguel Laloma" userId="e73689ef0cab016c" providerId="LiveId" clId="{351207EF-9F8A-4A6F-AFB8-9FB6F7CC3DCD}" dt="2024-07-10T18:23:19.935" v="416" actId="34818"/>
          <ac:picMkLst>
            <pc:docMk/>
            <pc:sldMk cId="4105869104" sldId="428"/>
            <ac:picMk id="4" creationId="{F38AB11E-6D97-BCE6-0D57-ED107182C747}"/>
          </ac:picMkLst>
        </pc:picChg>
      </pc:sldChg>
      <pc:sldChg chg="addSp delSp modSp mod">
        <pc:chgData name="Miguel Laloma" userId="e73689ef0cab016c" providerId="LiveId" clId="{351207EF-9F8A-4A6F-AFB8-9FB6F7CC3DCD}" dt="2024-07-10T18:23:19.935" v="416" actId="34818"/>
        <pc:sldMkLst>
          <pc:docMk/>
          <pc:sldMk cId="1594464008" sldId="430"/>
        </pc:sldMkLst>
        <pc:spChg chg="mod">
          <ac:chgData name="Miguel Laloma" userId="e73689ef0cab016c" providerId="LiveId" clId="{351207EF-9F8A-4A6F-AFB8-9FB6F7CC3DCD}" dt="2024-07-09T17:23:43.968" v="144" actId="20577"/>
          <ac:spMkLst>
            <pc:docMk/>
            <pc:sldMk cId="1594464008" sldId="430"/>
            <ac:spMk id="2" creationId="{65B8CE60-587E-1D5C-8B50-ED3441BA49CE}"/>
          </ac:spMkLst>
        </pc:spChg>
        <pc:picChg chg="add del mod">
          <ac:chgData name="Miguel Laloma" userId="e73689ef0cab016c" providerId="LiveId" clId="{351207EF-9F8A-4A6F-AFB8-9FB6F7CC3DCD}" dt="2024-07-10T18:23:19.935" v="416" actId="34818"/>
          <ac:picMkLst>
            <pc:docMk/>
            <pc:sldMk cId="1594464008" sldId="430"/>
            <ac:picMk id="3" creationId="{13206056-7A0A-395F-005B-719063423F47}"/>
          </ac:picMkLst>
        </pc:picChg>
      </pc:sldChg>
      <pc:sldChg chg="addSp delSp modSp mod">
        <pc:chgData name="Miguel Laloma" userId="e73689ef0cab016c" providerId="LiveId" clId="{351207EF-9F8A-4A6F-AFB8-9FB6F7CC3DCD}" dt="2024-07-10T18:23:19.935" v="416" actId="34818"/>
        <pc:sldMkLst>
          <pc:docMk/>
          <pc:sldMk cId="209604846" sldId="431"/>
        </pc:sldMkLst>
        <pc:picChg chg="add del mod">
          <ac:chgData name="Miguel Laloma" userId="e73689ef0cab016c" providerId="LiveId" clId="{351207EF-9F8A-4A6F-AFB8-9FB6F7CC3DCD}" dt="2024-07-10T18:23:19.935" v="416" actId="34818"/>
          <ac:picMkLst>
            <pc:docMk/>
            <pc:sldMk cId="209604846" sldId="431"/>
            <ac:picMk id="3" creationId="{83B3864C-7192-EE51-9A2A-A9F6F160FDBA}"/>
          </ac:picMkLst>
        </pc:picChg>
      </pc:sldChg>
      <pc:sldChg chg="addSp delSp modSp del mod">
        <pc:chgData name="Miguel Laloma" userId="e73689ef0cab016c" providerId="LiveId" clId="{351207EF-9F8A-4A6F-AFB8-9FB6F7CC3DCD}" dt="2024-07-10T19:52:29.713" v="6767" actId="47"/>
        <pc:sldMkLst>
          <pc:docMk/>
          <pc:sldMk cId="144065970" sldId="432"/>
        </pc:sldMkLst>
        <pc:picChg chg="add del mod">
          <ac:chgData name="Miguel Laloma" userId="e73689ef0cab016c" providerId="LiveId" clId="{351207EF-9F8A-4A6F-AFB8-9FB6F7CC3DCD}" dt="2024-07-10T18:23:19.935" v="416" actId="34818"/>
          <ac:picMkLst>
            <pc:docMk/>
            <pc:sldMk cId="144065970" sldId="432"/>
            <ac:picMk id="4" creationId="{8F12AF88-6A56-A690-7994-6D7A5BA932E7}"/>
          </ac:picMkLst>
        </pc:picChg>
      </pc:sldChg>
      <pc:sldChg chg="addSp delSp modSp mod modNotesTx">
        <pc:chgData name="Miguel Laloma" userId="e73689ef0cab016c" providerId="LiveId" clId="{351207EF-9F8A-4A6F-AFB8-9FB6F7CC3DCD}" dt="2024-07-10T19:00:10.820" v="3997" actId="20577"/>
        <pc:sldMkLst>
          <pc:docMk/>
          <pc:sldMk cId="673925317" sldId="433"/>
        </pc:sldMkLst>
        <pc:picChg chg="add del mod">
          <ac:chgData name="Miguel Laloma" userId="e73689ef0cab016c" providerId="LiveId" clId="{351207EF-9F8A-4A6F-AFB8-9FB6F7CC3DCD}" dt="2024-07-10T18:23:19.935" v="416" actId="34818"/>
          <ac:picMkLst>
            <pc:docMk/>
            <pc:sldMk cId="673925317" sldId="433"/>
            <ac:picMk id="5" creationId="{B79AFC65-8C57-08C5-353B-AC0F37C702BC}"/>
          </ac:picMkLst>
        </pc:picChg>
      </pc:sldChg>
      <pc:sldChg chg="addSp delSp modSp mod modNotesTx">
        <pc:chgData name="Miguel Laloma" userId="e73689ef0cab016c" providerId="LiveId" clId="{351207EF-9F8A-4A6F-AFB8-9FB6F7CC3DCD}" dt="2024-07-10T19:03:18.092" v="4841" actId="20577"/>
        <pc:sldMkLst>
          <pc:docMk/>
          <pc:sldMk cId="175298324" sldId="434"/>
        </pc:sldMkLst>
        <pc:picChg chg="add del mod">
          <ac:chgData name="Miguel Laloma" userId="e73689ef0cab016c" providerId="LiveId" clId="{351207EF-9F8A-4A6F-AFB8-9FB6F7CC3DCD}" dt="2024-07-10T18:23:19.935" v="416" actId="34818"/>
          <ac:picMkLst>
            <pc:docMk/>
            <pc:sldMk cId="175298324" sldId="434"/>
            <ac:picMk id="5" creationId="{040B8775-0CC6-B673-4470-7A2E186CFC89}"/>
          </ac:picMkLst>
        </pc:picChg>
      </pc:sldChg>
      <pc:sldChg chg="addSp delSp modSp mod modNotesTx">
        <pc:chgData name="Miguel Laloma" userId="e73689ef0cab016c" providerId="LiveId" clId="{351207EF-9F8A-4A6F-AFB8-9FB6F7CC3DCD}" dt="2024-07-10T19:53:22.956" v="6810" actId="20577"/>
        <pc:sldMkLst>
          <pc:docMk/>
          <pc:sldMk cId="2818916474" sldId="435"/>
        </pc:sldMkLst>
        <pc:picChg chg="add del mod">
          <ac:chgData name="Miguel Laloma" userId="e73689ef0cab016c" providerId="LiveId" clId="{351207EF-9F8A-4A6F-AFB8-9FB6F7CC3DCD}" dt="2024-07-10T18:23:19.935" v="416" actId="34818"/>
          <ac:picMkLst>
            <pc:docMk/>
            <pc:sldMk cId="2818916474" sldId="435"/>
            <ac:picMk id="5" creationId="{6DBD8E0C-D0D2-7ABD-332B-D79A9B1248CF}"/>
          </ac:picMkLst>
        </pc:picChg>
      </pc:sldChg>
      <pc:sldChg chg="addSp delSp modSp mod">
        <pc:chgData name="Miguel Laloma" userId="e73689ef0cab016c" providerId="LiveId" clId="{351207EF-9F8A-4A6F-AFB8-9FB6F7CC3DCD}" dt="2024-07-10T18:23:19.935" v="416" actId="34818"/>
        <pc:sldMkLst>
          <pc:docMk/>
          <pc:sldMk cId="1959680062" sldId="436"/>
        </pc:sldMkLst>
        <pc:picChg chg="add del mod">
          <ac:chgData name="Miguel Laloma" userId="e73689ef0cab016c" providerId="LiveId" clId="{351207EF-9F8A-4A6F-AFB8-9FB6F7CC3DCD}" dt="2024-07-10T18:23:19.935" v="416" actId="34818"/>
          <ac:picMkLst>
            <pc:docMk/>
            <pc:sldMk cId="1959680062" sldId="436"/>
            <ac:picMk id="5" creationId="{4FBC08BC-296A-90FD-1D79-C8D9972396A9}"/>
          </ac:picMkLst>
        </pc:picChg>
      </pc:sldChg>
      <pc:sldChg chg="addSp delSp modSp mod">
        <pc:chgData name="Miguel Laloma" userId="e73689ef0cab016c" providerId="LiveId" clId="{351207EF-9F8A-4A6F-AFB8-9FB6F7CC3DCD}" dt="2024-07-10T18:23:19.935" v="416" actId="34818"/>
        <pc:sldMkLst>
          <pc:docMk/>
          <pc:sldMk cId="2450922911" sldId="437"/>
        </pc:sldMkLst>
        <pc:picChg chg="add del mod">
          <ac:chgData name="Miguel Laloma" userId="e73689ef0cab016c" providerId="LiveId" clId="{351207EF-9F8A-4A6F-AFB8-9FB6F7CC3DCD}" dt="2024-07-10T18:23:19.935" v="416" actId="34818"/>
          <ac:picMkLst>
            <pc:docMk/>
            <pc:sldMk cId="2450922911" sldId="437"/>
            <ac:picMk id="5" creationId="{EDDE7FFB-B813-204F-1C3A-CBA76326D91B}"/>
          </ac:picMkLst>
        </pc:picChg>
      </pc:sldChg>
      <pc:sldChg chg="addSp delSp modSp mod modNotesTx">
        <pc:chgData name="Miguel Laloma" userId="e73689ef0cab016c" providerId="LiveId" clId="{351207EF-9F8A-4A6F-AFB8-9FB6F7CC3DCD}" dt="2024-07-10T19:19:21.446" v="6704" actId="20577"/>
        <pc:sldMkLst>
          <pc:docMk/>
          <pc:sldMk cId="1666462290" sldId="438"/>
        </pc:sldMkLst>
        <pc:picChg chg="add del mod">
          <ac:chgData name="Miguel Laloma" userId="e73689ef0cab016c" providerId="LiveId" clId="{351207EF-9F8A-4A6F-AFB8-9FB6F7CC3DCD}" dt="2024-07-10T18:23:19.935" v="416" actId="34818"/>
          <ac:picMkLst>
            <pc:docMk/>
            <pc:sldMk cId="1666462290" sldId="438"/>
            <ac:picMk id="4" creationId="{77324263-AF36-77C4-6B19-5AB5D4FB40EF}"/>
          </ac:picMkLst>
        </pc:picChg>
      </pc:sldChg>
      <pc:sldChg chg="addSp delSp modSp mod modNotesTx">
        <pc:chgData name="Miguel Laloma" userId="e73689ef0cab016c" providerId="LiveId" clId="{351207EF-9F8A-4A6F-AFB8-9FB6F7CC3DCD}" dt="2024-07-10T19:52:21.654" v="6766" actId="20577"/>
        <pc:sldMkLst>
          <pc:docMk/>
          <pc:sldMk cId="2489733174" sldId="439"/>
        </pc:sldMkLst>
        <pc:spChg chg="mod">
          <ac:chgData name="Miguel Laloma" userId="e73689ef0cab016c" providerId="LiveId" clId="{351207EF-9F8A-4A6F-AFB8-9FB6F7CC3DCD}" dt="2024-07-10T19:52:21.654" v="6766" actId="20577"/>
          <ac:spMkLst>
            <pc:docMk/>
            <pc:sldMk cId="2489733174" sldId="439"/>
            <ac:spMk id="7" creationId="{F70BD87D-F7DA-961B-4024-A354DC87D168}"/>
          </ac:spMkLst>
        </pc:spChg>
        <pc:picChg chg="add del mod">
          <ac:chgData name="Miguel Laloma" userId="e73689ef0cab016c" providerId="LiveId" clId="{351207EF-9F8A-4A6F-AFB8-9FB6F7CC3DCD}" dt="2024-07-10T18:23:19.935" v="416" actId="34818"/>
          <ac:picMkLst>
            <pc:docMk/>
            <pc:sldMk cId="2489733174" sldId="439"/>
            <ac:picMk id="5" creationId="{EAB6A138-9C21-7DAC-6F86-0AF0FAF31B40}"/>
          </ac:picMkLst>
        </pc:picChg>
      </pc:sldChg>
      <pc:sldChg chg="addSp delSp modSp mod chgLayout modNotesTx">
        <pc:chgData name="Miguel Laloma" userId="e73689ef0cab016c" providerId="LiveId" clId="{351207EF-9F8A-4A6F-AFB8-9FB6F7CC3DCD}" dt="2024-07-10T18:37:21.494" v="2338" actId="20577"/>
        <pc:sldMkLst>
          <pc:docMk/>
          <pc:sldMk cId="3399300175" sldId="440"/>
        </pc:sldMkLst>
        <pc:spChg chg="mod">
          <ac:chgData name="Miguel Laloma" userId="e73689ef0cab016c" providerId="LiveId" clId="{351207EF-9F8A-4A6F-AFB8-9FB6F7CC3DCD}" dt="2024-07-09T17:26:14.416" v="203" actId="26606"/>
          <ac:spMkLst>
            <pc:docMk/>
            <pc:sldMk cId="3399300175" sldId="440"/>
            <ac:spMk id="2" creationId="{B530BF65-C84B-45C3-72CA-AFDA68851174}"/>
          </ac:spMkLst>
        </pc:spChg>
        <pc:spChg chg="mod">
          <ac:chgData name="Miguel Laloma" userId="e73689ef0cab016c" providerId="LiveId" clId="{351207EF-9F8A-4A6F-AFB8-9FB6F7CC3DCD}" dt="2024-07-09T17:26:14.416" v="203" actId="26606"/>
          <ac:spMkLst>
            <pc:docMk/>
            <pc:sldMk cId="3399300175" sldId="440"/>
            <ac:spMk id="4" creationId="{9AB34E5C-5C6C-215E-49DA-4F68AE5F06BF}"/>
          </ac:spMkLst>
        </pc:spChg>
        <pc:spChg chg="mod">
          <ac:chgData name="Miguel Laloma" userId="e73689ef0cab016c" providerId="LiveId" clId="{351207EF-9F8A-4A6F-AFB8-9FB6F7CC3DCD}" dt="2024-07-09T17:26:14.416" v="203" actId="26606"/>
          <ac:spMkLst>
            <pc:docMk/>
            <pc:sldMk cId="3399300175" sldId="440"/>
            <ac:spMk id="13" creationId="{EAACD26D-41A2-34D4-148A-5C2B95B10E8A}"/>
          </ac:spMkLst>
        </pc:spChg>
        <pc:spChg chg="add del mod">
          <ac:chgData name="Miguel Laloma" userId="e73689ef0cab016c" providerId="LiveId" clId="{351207EF-9F8A-4A6F-AFB8-9FB6F7CC3DCD}" dt="2024-07-09T17:26:14.416" v="203" actId="26606"/>
          <ac:spMkLst>
            <pc:docMk/>
            <pc:sldMk cId="3399300175" sldId="440"/>
            <ac:spMk id="20" creationId="{3396DEDD-072D-C078-CECF-14176E36015F}"/>
          </ac:spMkLst>
        </pc:spChg>
        <pc:picChg chg="add del mod">
          <ac:chgData name="Miguel Laloma" userId="e73689ef0cab016c" providerId="LiveId" clId="{351207EF-9F8A-4A6F-AFB8-9FB6F7CC3DCD}" dt="2024-07-10T18:23:19.935" v="416" actId="34818"/>
          <ac:picMkLst>
            <pc:docMk/>
            <pc:sldMk cId="3399300175" sldId="440"/>
            <ac:picMk id="3" creationId="{34C73B0D-8952-1DC1-7109-D6C8EE53440A}"/>
          </ac:picMkLst>
        </pc:picChg>
        <pc:picChg chg="mod">
          <ac:chgData name="Miguel Laloma" userId="e73689ef0cab016c" providerId="LiveId" clId="{351207EF-9F8A-4A6F-AFB8-9FB6F7CC3DCD}" dt="2024-07-09T17:26:14.416" v="203" actId="26606"/>
          <ac:picMkLst>
            <pc:docMk/>
            <pc:sldMk cId="3399300175" sldId="440"/>
            <ac:picMk id="14" creationId="{5201D872-239A-67F0-C456-FF82ACBC96E4}"/>
          </ac:picMkLst>
        </pc:picChg>
        <pc:picChg chg="mod">
          <ac:chgData name="Miguel Laloma" userId="e73689ef0cab016c" providerId="LiveId" clId="{351207EF-9F8A-4A6F-AFB8-9FB6F7CC3DCD}" dt="2024-07-09T17:26:14.416" v="203" actId="26606"/>
          <ac:picMkLst>
            <pc:docMk/>
            <pc:sldMk cId="3399300175" sldId="440"/>
            <ac:picMk id="15" creationId="{F066058C-E1B6-1C1D-D6D8-38E134D28B9B}"/>
          </ac:picMkLst>
        </pc:picChg>
      </pc:sldChg>
      <pc:sldChg chg="addSp delSp modSp add mod ord modNotesTx">
        <pc:chgData name="Miguel Laloma" userId="e73689ef0cab016c" providerId="LiveId" clId="{351207EF-9F8A-4A6F-AFB8-9FB6F7CC3DCD}" dt="2024-07-10T18:27:04.790" v="1027" actId="20577"/>
        <pc:sldMkLst>
          <pc:docMk/>
          <pc:sldMk cId="656935763" sldId="441"/>
        </pc:sldMkLst>
        <pc:spChg chg="mod">
          <ac:chgData name="Miguel Laloma" userId="e73689ef0cab016c" providerId="LiveId" clId="{351207EF-9F8A-4A6F-AFB8-9FB6F7CC3DCD}" dt="2024-07-10T15:52:32.068" v="353" actId="20577"/>
          <ac:spMkLst>
            <pc:docMk/>
            <pc:sldMk cId="656935763" sldId="441"/>
            <ac:spMk id="3" creationId="{591442CD-A26D-1761-8CE7-8BC3075BB4ED}"/>
          </ac:spMkLst>
        </pc:spChg>
        <pc:spChg chg="mod">
          <ac:chgData name="Miguel Laloma" userId="e73689ef0cab016c" providerId="LiveId" clId="{351207EF-9F8A-4A6F-AFB8-9FB6F7CC3DCD}" dt="2024-07-10T15:52:26.204" v="333" actId="20577"/>
          <ac:spMkLst>
            <pc:docMk/>
            <pc:sldMk cId="656935763" sldId="441"/>
            <ac:spMk id="9" creationId="{5AB6D40A-2A0A-AF3D-8CF7-3ECD37765637}"/>
          </ac:spMkLst>
        </pc:spChg>
        <pc:picChg chg="add del mod">
          <ac:chgData name="Miguel Laloma" userId="e73689ef0cab016c" providerId="LiveId" clId="{351207EF-9F8A-4A6F-AFB8-9FB6F7CC3DCD}" dt="2024-07-10T18:23:19.935" v="416" actId="34818"/>
          <ac:picMkLst>
            <pc:docMk/>
            <pc:sldMk cId="656935763" sldId="441"/>
            <ac:picMk id="4" creationId="{352CEA4F-4C81-5A36-D162-5A9DFB0B588B}"/>
          </ac:picMkLst>
        </pc:picChg>
      </pc:sldChg>
      <pc:sldChg chg="add del">
        <pc:chgData name="Miguel Laloma" userId="e73689ef0cab016c" providerId="LiveId" clId="{351207EF-9F8A-4A6F-AFB8-9FB6F7CC3DCD}" dt="2024-07-09T17:26:11.592" v="202" actId="2890"/>
        <pc:sldMkLst>
          <pc:docMk/>
          <pc:sldMk cId="3200171138" sldId="441"/>
        </pc:sldMkLst>
      </pc:sldChg>
      <pc:sldChg chg="addSp delSp modSp add del mod chgLayout">
        <pc:chgData name="Miguel Laloma" userId="e73689ef0cab016c" providerId="LiveId" clId="{351207EF-9F8A-4A6F-AFB8-9FB6F7CC3DCD}" dt="2024-07-09T17:28:27.371" v="224" actId="47"/>
        <pc:sldMkLst>
          <pc:docMk/>
          <pc:sldMk cId="4146600041" sldId="441"/>
        </pc:sldMkLst>
        <pc:spChg chg="mod">
          <ac:chgData name="Miguel Laloma" userId="e73689ef0cab016c" providerId="LiveId" clId="{351207EF-9F8A-4A6F-AFB8-9FB6F7CC3DCD}" dt="2024-07-09T17:28:09.253" v="222" actId="20577"/>
          <ac:spMkLst>
            <pc:docMk/>
            <pc:sldMk cId="4146600041" sldId="441"/>
            <ac:spMk id="2" creationId="{B530BF65-C84B-45C3-72CA-AFDA68851174}"/>
          </ac:spMkLst>
        </pc:spChg>
        <pc:spChg chg="mod">
          <ac:chgData name="Miguel Laloma" userId="e73689ef0cab016c" providerId="LiveId" clId="{351207EF-9F8A-4A6F-AFB8-9FB6F7CC3DCD}" dt="2024-07-09T17:26:24.765" v="206" actId="27636"/>
          <ac:spMkLst>
            <pc:docMk/>
            <pc:sldMk cId="4146600041" sldId="441"/>
            <ac:spMk id="4" creationId="{9AB34E5C-5C6C-215E-49DA-4F68AE5F06BF}"/>
          </ac:spMkLst>
        </pc:spChg>
        <pc:spChg chg="mod">
          <ac:chgData name="Miguel Laloma" userId="e73689ef0cab016c" providerId="LiveId" clId="{351207EF-9F8A-4A6F-AFB8-9FB6F7CC3DCD}" dt="2024-07-09T17:26:56.276" v="209" actId="14100"/>
          <ac:spMkLst>
            <pc:docMk/>
            <pc:sldMk cId="4146600041" sldId="441"/>
            <ac:spMk id="13" creationId="{EAACD26D-41A2-34D4-148A-5C2B95B10E8A}"/>
          </ac:spMkLst>
        </pc:spChg>
        <pc:spChg chg="add mod">
          <ac:chgData name="Miguel Laloma" userId="e73689ef0cab016c" providerId="LiveId" clId="{351207EF-9F8A-4A6F-AFB8-9FB6F7CC3DCD}" dt="2024-07-09T17:26:24.765" v="205" actId="26606"/>
          <ac:spMkLst>
            <pc:docMk/>
            <pc:sldMk cId="4146600041" sldId="441"/>
            <ac:spMk id="20" creationId="{DE0F4F20-E632-36A3-D6D4-C9FDD454A3F2}"/>
          </ac:spMkLst>
        </pc:spChg>
        <pc:picChg chg="mod ord">
          <ac:chgData name="Miguel Laloma" userId="e73689ef0cab016c" providerId="LiveId" clId="{351207EF-9F8A-4A6F-AFB8-9FB6F7CC3DCD}" dt="2024-07-09T17:28:12.955" v="223" actId="167"/>
          <ac:picMkLst>
            <pc:docMk/>
            <pc:sldMk cId="4146600041" sldId="441"/>
            <ac:picMk id="14" creationId="{5201D872-239A-67F0-C456-FF82ACBC96E4}"/>
          </ac:picMkLst>
        </pc:picChg>
        <pc:picChg chg="del mod">
          <ac:chgData name="Miguel Laloma" userId="e73689ef0cab016c" providerId="LiveId" clId="{351207EF-9F8A-4A6F-AFB8-9FB6F7CC3DCD}" dt="2024-07-09T17:27:02.342" v="211" actId="478"/>
          <ac:picMkLst>
            <pc:docMk/>
            <pc:sldMk cId="4146600041" sldId="441"/>
            <ac:picMk id="15" creationId="{F066058C-E1B6-1C1D-D6D8-38E134D28B9B}"/>
          </ac:picMkLst>
        </pc:picChg>
      </pc:sldChg>
      <pc:sldChg chg="addSp delSp modSp add mod">
        <pc:chgData name="Miguel Laloma" userId="e73689ef0cab016c" providerId="LiveId" clId="{351207EF-9F8A-4A6F-AFB8-9FB6F7CC3DCD}" dt="2024-07-10T18:23:19.935" v="416" actId="34818"/>
        <pc:sldMkLst>
          <pc:docMk/>
          <pc:sldMk cId="883553176" sldId="442"/>
        </pc:sldMkLst>
        <pc:spChg chg="mod">
          <ac:chgData name="Miguel Laloma" userId="e73689ef0cab016c" providerId="LiveId" clId="{351207EF-9F8A-4A6F-AFB8-9FB6F7CC3DCD}" dt="2024-07-10T17:39:25.146" v="414" actId="20577"/>
          <ac:spMkLst>
            <pc:docMk/>
            <pc:sldMk cId="883553176" sldId="442"/>
            <ac:spMk id="3" creationId="{3B8EBC2C-6DD7-5003-38EB-40753046FE8C}"/>
          </ac:spMkLst>
        </pc:spChg>
        <pc:picChg chg="add del mod">
          <ac:chgData name="Miguel Laloma" userId="e73689ef0cab016c" providerId="LiveId" clId="{351207EF-9F8A-4A6F-AFB8-9FB6F7CC3DCD}" dt="2024-07-10T18:23:19.935" v="416" actId="34818"/>
          <ac:picMkLst>
            <pc:docMk/>
            <pc:sldMk cId="883553176" sldId="442"/>
            <ac:picMk id="5" creationId="{E05B9F1D-B357-A109-E8B6-017702DBBB9B}"/>
          </ac:picMkLst>
        </pc:picChg>
      </pc:sldChg>
      <pc:sldChg chg="add del">
        <pc:chgData name="Miguel Laloma" userId="e73689ef0cab016c" providerId="LiveId" clId="{351207EF-9F8A-4A6F-AFB8-9FB6F7CC3DCD}" dt="2024-07-10T19:06:33.323" v="5404" actId="47"/>
        <pc:sldMkLst>
          <pc:docMk/>
          <pc:sldMk cId="2137745366" sldId="443"/>
        </pc:sldMkLst>
      </pc:sldChg>
      <pc:sldMasterChg chg="modSldLayout">
        <pc:chgData name="Miguel Laloma" userId="e73689ef0cab016c" providerId="LiveId" clId="{351207EF-9F8A-4A6F-AFB8-9FB6F7CC3DCD}" dt="2024-07-10T15:49:45.082" v="274" actId="113"/>
        <pc:sldMasterMkLst>
          <pc:docMk/>
          <pc:sldMasterMk cId="3515892240" sldId="2147483658"/>
        </pc:sldMasterMkLst>
        <pc:sldLayoutChg chg="modSp mod">
          <pc:chgData name="Miguel Laloma" userId="e73689ef0cab016c" providerId="LiveId" clId="{351207EF-9F8A-4A6F-AFB8-9FB6F7CC3DCD}" dt="2024-07-10T15:49:45.082" v="274" actId="113"/>
          <pc:sldLayoutMkLst>
            <pc:docMk/>
            <pc:sldMasterMk cId="3515892240" sldId="2147483658"/>
            <pc:sldLayoutMk cId="518089260" sldId="2147483698"/>
          </pc:sldLayoutMkLst>
          <pc:spChg chg="mod">
            <ac:chgData name="Miguel Laloma" userId="e73689ef0cab016c" providerId="LiveId" clId="{351207EF-9F8A-4A6F-AFB8-9FB6F7CC3DCD}" dt="2024-07-10T15:49:45.082" v="274" actId="113"/>
            <ac:spMkLst>
              <pc:docMk/>
              <pc:sldMasterMk cId="3515892240" sldId="2147483658"/>
              <pc:sldLayoutMk cId="518089260" sldId="2147483698"/>
              <ac:spMk id="42" creationId="{29CE2856-DB8F-5603-C085-74C70560FAC8}"/>
            </ac:spMkLst>
          </pc:spChg>
          <pc:spChg chg="mod">
            <ac:chgData name="Miguel Laloma" userId="e73689ef0cab016c" providerId="LiveId" clId="{351207EF-9F8A-4A6F-AFB8-9FB6F7CC3DCD}" dt="2024-07-10T15:44:06.935" v="259" actId="255"/>
            <ac:spMkLst>
              <pc:docMk/>
              <pc:sldMasterMk cId="3515892240" sldId="2147483658"/>
              <pc:sldLayoutMk cId="518089260" sldId="2147483698"/>
              <ac:spMk id="43" creationId="{D80CCC8F-9CF1-9621-04EB-DFA68FEE42D2}"/>
            </ac:spMkLst>
          </pc:spChg>
        </pc:sldLayoutChg>
        <pc:sldLayoutChg chg="modSp">
          <pc:chgData name="Miguel Laloma" userId="e73689ef0cab016c" providerId="LiveId" clId="{351207EF-9F8A-4A6F-AFB8-9FB6F7CC3DCD}" dt="2024-07-10T15:44:25.682" v="260" actId="255"/>
          <pc:sldLayoutMkLst>
            <pc:docMk/>
            <pc:sldMasterMk cId="3515892240" sldId="2147483658"/>
            <pc:sldLayoutMk cId="1402964143" sldId="2147483701"/>
          </pc:sldLayoutMkLst>
          <pc:spChg chg="mod">
            <ac:chgData name="Miguel Laloma" userId="e73689ef0cab016c" providerId="LiveId" clId="{351207EF-9F8A-4A6F-AFB8-9FB6F7CC3DCD}" dt="2024-07-10T15:44:25.682" v="260" actId="255"/>
            <ac:spMkLst>
              <pc:docMk/>
              <pc:sldMasterMk cId="3515892240" sldId="2147483658"/>
              <pc:sldLayoutMk cId="1402964143" sldId="2147483701"/>
              <ac:spMk id="8" creationId="{7ED58739-4346-5104-B1AC-89ED035912AF}"/>
            </ac:spMkLst>
          </pc:spChg>
        </pc:sldLayoutChg>
        <pc:sldLayoutChg chg="modSp">
          <pc:chgData name="Miguel Laloma" userId="e73689ef0cab016c" providerId="LiveId" clId="{351207EF-9F8A-4A6F-AFB8-9FB6F7CC3DCD}" dt="2024-07-10T15:45:02.686" v="265" actId="255"/>
          <pc:sldLayoutMkLst>
            <pc:docMk/>
            <pc:sldMasterMk cId="3515892240" sldId="2147483658"/>
            <pc:sldLayoutMk cId="310410957" sldId="2147483704"/>
          </pc:sldLayoutMkLst>
          <pc:spChg chg="mod">
            <ac:chgData name="Miguel Laloma" userId="e73689ef0cab016c" providerId="LiveId" clId="{351207EF-9F8A-4A6F-AFB8-9FB6F7CC3DCD}" dt="2024-07-10T15:45:02.686" v="265" actId="255"/>
            <ac:spMkLst>
              <pc:docMk/>
              <pc:sldMasterMk cId="3515892240" sldId="2147483658"/>
              <pc:sldLayoutMk cId="310410957" sldId="2147483704"/>
              <ac:spMk id="10" creationId="{05D79B4B-A9BD-581F-536E-DE7CF728F84E}"/>
            </ac:spMkLst>
          </pc:spChg>
        </pc:sldLayoutChg>
        <pc:sldLayoutChg chg="modSp">
          <pc:chgData name="Miguel Laloma" userId="e73689ef0cab016c" providerId="LiveId" clId="{351207EF-9F8A-4A6F-AFB8-9FB6F7CC3DCD}" dt="2024-07-10T15:44:57.903" v="264" actId="255"/>
          <pc:sldLayoutMkLst>
            <pc:docMk/>
            <pc:sldMasterMk cId="3515892240" sldId="2147483658"/>
            <pc:sldLayoutMk cId="649744719" sldId="2147483705"/>
          </pc:sldLayoutMkLst>
          <pc:spChg chg="mod">
            <ac:chgData name="Miguel Laloma" userId="e73689ef0cab016c" providerId="LiveId" clId="{351207EF-9F8A-4A6F-AFB8-9FB6F7CC3DCD}" dt="2024-07-10T15:44:57.903" v="264" actId="255"/>
            <ac:spMkLst>
              <pc:docMk/>
              <pc:sldMasterMk cId="3515892240" sldId="2147483658"/>
              <pc:sldLayoutMk cId="649744719" sldId="2147483705"/>
              <ac:spMk id="10" creationId="{05D79B4B-A9BD-581F-536E-DE7CF728F84E}"/>
            </ac:spMkLst>
          </pc:spChg>
        </pc:sldLayoutChg>
        <pc:sldLayoutChg chg="modSp">
          <pc:chgData name="Miguel Laloma" userId="e73689ef0cab016c" providerId="LiveId" clId="{351207EF-9F8A-4A6F-AFB8-9FB6F7CC3DCD}" dt="2024-07-10T15:44:50.116" v="263" actId="255"/>
          <pc:sldLayoutMkLst>
            <pc:docMk/>
            <pc:sldMasterMk cId="3515892240" sldId="2147483658"/>
            <pc:sldLayoutMk cId="2244329111" sldId="2147483706"/>
          </pc:sldLayoutMkLst>
          <pc:spChg chg="mod">
            <ac:chgData name="Miguel Laloma" userId="e73689ef0cab016c" providerId="LiveId" clId="{351207EF-9F8A-4A6F-AFB8-9FB6F7CC3DCD}" dt="2024-07-10T15:44:50.116" v="263" actId="255"/>
            <ac:spMkLst>
              <pc:docMk/>
              <pc:sldMasterMk cId="3515892240" sldId="2147483658"/>
              <pc:sldLayoutMk cId="2244329111" sldId="2147483706"/>
              <ac:spMk id="10" creationId="{05D79B4B-A9BD-581F-536E-DE7CF728F84E}"/>
            </ac:spMkLst>
          </pc:spChg>
        </pc:sldLayoutChg>
        <pc:sldLayoutChg chg="modSp">
          <pc:chgData name="Miguel Laloma" userId="e73689ef0cab016c" providerId="LiveId" clId="{351207EF-9F8A-4A6F-AFB8-9FB6F7CC3DCD}" dt="2024-07-10T15:44:40.018" v="262" actId="255"/>
          <pc:sldLayoutMkLst>
            <pc:docMk/>
            <pc:sldMasterMk cId="3515892240" sldId="2147483658"/>
            <pc:sldLayoutMk cId="554606805" sldId="2147483708"/>
          </pc:sldLayoutMkLst>
          <pc:spChg chg="mod">
            <ac:chgData name="Miguel Laloma" userId="e73689ef0cab016c" providerId="LiveId" clId="{351207EF-9F8A-4A6F-AFB8-9FB6F7CC3DCD}" dt="2024-07-10T15:44:40.018" v="262" actId="255"/>
            <ac:spMkLst>
              <pc:docMk/>
              <pc:sldMasterMk cId="3515892240" sldId="2147483658"/>
              <pc:sldLayoutMk cId="554606805" sldId="2147483708"/>
              <ac:spMk id="10" creationId="{05D79B4B-A9BD-581F-536E-DE7CF728F84E}"/>
            </ac:spMkLst>
          </pc:spChg>
        </pc:sldLayoutChg>
        <pc:sldLayoutChg chg="modSp">
          <pc:chgData name="Miguel Laloma" userId="e73689ef0cab016c" providerId="LiveId" clId="{351207EF-9F8A-4A6F-AFB8-9FB6F7CC3DCD}" dt="2024-07-10T15:44:33.388" v="261" actId="255"/>
          <pc:sldLayoutMkLst>
            <pc:docMk/>
            <pc:sldMasterMk cId="3515892240" sldId="2147483658"/>
            <pc:sldLayoutMk cId="941056953" sldId="2147483709"/>
          </pc:sldLayoutMkLst>
          <pc:spChg chg="mod">
            <ac:chgData name="Miguel Laloma" userId="e73689ef0cab016c" providerId="LiveId" clId="{351207EF-9F8A-4A6F-AFB8-9FB6F7CC3DCD}" dt="2024-07-10T15:44:33.388" v="261" actId="255"/>
            <ac:spMkLst>
              <pc:docMk/>
              <pc:sldMasterMk cId="3515892240" sldId="2147483658"/>
              <pc:sldLayoutMk cId="941056953" sldId="2147483709"/>
              <ac:spMk id="10" creationId="{05D79B4B-A9BD-581F-536E-DE7CF728F84E}"/>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E92A46E5-772B-4A8A-A167-62663A29553C}" type="datetime1">
              <a:rPr lang="es-ES" smtClean="0"/>
              <a:t>10/07/2024</a:t>
            </a:fld>
            <a:endParaRPr lang="es-ES" dirty="0"/>
          </a:p>
        </p:txBody>
      </p:sp>
      <p:sp>
        <p:nvSpPr>
          <p:cNvPr id="6" name="Marcador de número de diapositiva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E2C230DF-5933-439D-898F-38E9AC9BA688}" type="slidenum">
              <a:rPr lang="es-ES" smtClean="0"/>
              <a:t>‹Nº›</a:t>
            </a:fld>
            <a:endParaRPr lang="es-ES" dirty="0"/>
          </a:p>
        </p:txBody>
      </p:sp>
      <p:sp>
        <p:nvSpPr>
          <p:cNvPr id="7" name="Marcador de pie de página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8" name="Marcador de encabezado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16DB30B6-91B7-493F-B445-96E1D2848A7B}" type="datetime1">
              <a:rPr lang="es-ES" smtClean="0"/>
              <a:t>10/07/2024</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s-ES"/>
            </a:defPPr>
          </a:lstStyle>
          <a:p>
            <a:pPr rtl="0"/>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A89C7E07-3C67-C64C-8DA0-0404F6303970}" type="slidenum">
              <a:rPr lang="es-ES" smtClean="0"/>
              <a:t>‹Nº›</a:t>
            </a:fld>
            <a:endParaRPr lang="es-E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es-ES" sz="1200" kern="1200">
        <a:solidFill>
          <a:schemeClr val="tx1"/>
        </a:solidFill>
        <a:latin typeface="+mn-lt"/>
        <a:ea typeface="+mn-ea"/>
        <a:cs typeface="+mn-cs"/>
      </a:defRPr>
    </a:lvl1pPr>
    <a:lvl2pPr marL="457200" algn="l" defTabSz="914400" rtl="0" eaLnBrk="1" latinLnBrk="0" hangingPunct="1">
      <a:defRPr lang="es-ES" sz="1200" kern="1200">
        <a:solidFill>
          <a:schemeClr val="tx1"/>
        </a:solidFill>
        <a:latin typeface="+mn-lt"/>
        <a:ea typeface="+mn-ea"/>
        <a:cs typeface="+mn-cs"/>
      </a:defRPr>
    </a:lvl2pPr>
    <a:lvl3pPr marL="914400" algn="l" defTabSz="914400" rtl="0" eaLnBrk="1" latinLnBrk="0" hangingPunct="1">
      <a:defRPr lang="es-ES" sz="1200" kern="1200">
        <a:solidFill>
          <a:schemeClr val="tx1"/>
        </a:solidFill>
        <a:latin typeface="+mn-lt"/>
        <a:ea typeface="+mn-ea"/>
        <a:cs typeface="+mn-cs"/>
      </a:defRPr>
    </a:lvl3pPr>
    <a:lvl4pPr marL="1371600" algn="l" defTabSz="914400" rtl="0" eaLnBrk="1" latinLnBrk="0" hangingPunct="1">
      <a:defRPr lang="es-ES" sz="1200" kern="1200">
        <a:solidFill>
          <a:schemeClr val="tx1"/>
        </a:solidFill>
        <a:latin typeface="+mn-lt"/>
        <a:ea typeface="+mn-ea"/>
        <a:cs typeface="+mn-cs"/>
      </a:defRPr>
    </a:lvl4pPr>
    <a:lvl5pPr marL="1828800" algn="l" defTabSz="914400" rtl="0" eaLnBrk="1" latinLnBrk="0" hangingPunct="1">
      <a:defRPr lang="es-ES" sz="1200" kern="1200">
        <a:solidFill>
          <a:schemeClr val="tx1"/>
        </a:solidFill>
        <a:latin typeface="+mn-lt"/>
        <a:ea typeface="+mn-ea"/>
        <a:cs typeface="+mn-cs"/>
      </a:defRPr>
    </a:lvl5pPr>
    <a:lvl6pPr marL="2286000" algn="l" defTabSz="914400" rtl="0" eaLnBrk="1" latinLnBrk="0" hangingPunct="1">
      <a:defRPr lang="es-ES" sz="1200" kern="1200">
        <a:solidFill>
          <a:schemeClr val="tx1"/>
        </a:solidFill>
        <a:latin typeface="+mn-lt"/>
        <a:ea typeface="+mn-ea"/>
        <a:cs typeface="+mn-cs"/>
      </a:defRPr>
    </a:lvl6pPr>
    <a:lvl7pPr marL="2743200" algn="l" defTabSz="914400" rtl="0" eaLnBrk="1" latinLnBrk="0" hangingPunct="1">
      <a:defRPr lang="es-ES" sz="1200" kern="1200">
        <a:solidFill>
          <a:schemeClr val="tx1"/>
        </a:solidFill>
        <a:latin typeface="+mn-lt"/>
        <a:ea typeface="+mn-ea"/>
        <a:cs typeface="+mn-cs"/>
      </a:defRPr>
    </a:lvl7pPr>
    <a:lvl8pPr marL="3200400" algn="l" defTabSz="914400" rtl="0" eaLnBrk="1" latinLnBrk="0" hangingPunct="1">
      <a:defRPr lang="es-ES" sz="1200" kern="1200">
        <a:solidFill>
          <a:schemeClr val="tx1"/>
        </a:solidFill>
        <a:latin typeface="+mn-lt"/>
        <a:ea typeface="+mn-ea"/>
        <a:cs typeface="+mn-cs"/>
      </a:defRPr>
    </a:lvl8pPr>
    <a:lvl9pPr marL="3657600" algn="l" defTabSz="914400" rtl="0" eaLnBrk="1" latinLnBrk="0" hangingPunct="1">
      <a:defRPr lang="es-ES"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r>
              <a:rPr lang="es-ES" dirty="0"/>
              <a:t>Buenos días, soy Miguel Laloma y hoy voy a presentarles mi trabajo de fin de grado. Este proyecto consiste en la implementación de una tienda online accesible implementando un motor de recomendación de productos.</a:t>
            </a:r>
            <a:br>
              <a:rPr lang="es-ES" dirty="0"/>
            </a:br>
            <a:r>
              <a:rPr lang="es-ES" dirty="0"/>
              <a:t>El tutor del TFG ha sido Guillermo de la Calle Velasco.</a:t>
            </a:r>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1</a:t>
            </a:fld>
            <a:endParaRPr lang="es-ES" dirty="0"/>
          </a:p>
        </p:txBody>
      </p:sp>
    </p:spTree>
    <p:extLst>
      <p:ext uri="{BB962C8B-B14F-4D97-AF65-F5344CB8AC3E}">
        <p14:creationId xmlns:p14="http://schemas.microsoft.com/office/powerpoint/2010/main" val="2589824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r>
              <a:rPr lang="es-ES" dirty="0"/>
              <a:t>El proyecto está dividido en los siguientes apartados, siguiendo la lógica de la memoria.</a:t>
            </a:r>
            <a:br>
              <a:rPr lang="es-ES" dirty="0"/>
            </a:br>
            <a:r>
              <a:rPr lang="es-ES" dirty="0"/>
              <a:t>(mencionar)</a:t>
            </a:r>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2</a:t>
            </a:fld>
            <a:endParaRPr lang="es-ES" dirty="0"/>
          </a:p>
        </p:txBody>
      </p:sp>
    </p:spTree>
    <p:extLst>
      <p:ext uri="{BB962C8B-B14F-4D97-AF65-F5344CB8AC3E}">
        <p14:creationId xmlns:p14="http://schemas.microsoft.com/office/powerpoint/2010/main" val="3428296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F639921-CFBB-DE6F-31EB-81B758CA0268}"/>
              </a:ext>
            </a:extLst>
          </p:cNvPr>
          <p:cNvSpPr>
            <a:spLocks noGrp="1"/>
          </p:cNvSpPr>
          <p:nvPr>
            <p:ph type="body" idx="1"/>
          </p:nvPr>
        </p:nvSpPr>
        <p:spPr/>
        <p:txBody>
          <a:bodyPr rtlCol="0"/>
          <a:lstStyle>
            <a:defPPr>
              <a:defRPr lang="es-ES"/>
            </a:defPPr>
          </a:lstStyle>
          <a:p>
            <a:pPr rtl="0"/>
            <a:r>
              <a:rPr lang="es-ES" dirty="0"/>
              <a:t>En primer lugar, la introducción, englobando el contexto del proyecto y los objetivos a realizar.</a:t>
            </a:r>
          </a:p>
          <a:p>
            <a:pPr rtl="0"/>
            <a:endParaRPr lang="es-ES" dirty="0"/>
          </a:p>
        </p:txBody>
      </p:sp>
      <p:sp>
        <p:nvSpPr>
          <p:cNvPr id="4" name="Marcador de número de diapositiva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rtlCol="0"/>
          <a:lstStyle>
            <a:defPPr>
              <a:defRPr lang="es-ES"/>
            </a:defPPr>
          </a:lstStyle>
          <a:p>
            <a:pPr rtl="0"/>
            <a:fld id="{A89C7E07-3C67-C64C-8DA0-0404F6303970}" type="slidenum">
              <a:rPr lang="es-ES" smtClean="0"/>
              <a:t>3</a:t>
            </a:fld>
            <a:endParaRPr lang="es-ES" dirty="0"/>
          </a:p>
        </p:txBody>
      </p:sp>
    </p:spTree>
    <p:extLst>
      <p:ext uri="{BB962C8B-B14F-4D97-AF65-F5344CB8AC3E}">
        <p14:creationId xmlns:p14="http://schemas.microsoft.com/office/powerpoint/2010/main" val="2349942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r>
              <a:rPr lang="es-ES" dirty="0"/>
              <a:t>El contexto del TFG, comenzaría por la idea del proyecto. Tras realizar las prácticas en desarrollo web se me ocurrió la idea de realizar una web como TFG. Casualmente, el padre de una compañera mía del Instituto tiene una tienda de material fotográfico en el centro de Madrid. Actualmente cuenta con una página web, sin embargo, quería desarrollar una página web para alojar el material de segunda mano pues es un mercado creciente en los últimos tiempos.</a:t>
            </a:r>
            <a:br>
              <a:rPr lang="es-ES" dirty="0"/>
            </a:br>
            <a:r>
              <a:rPr lang="es-ES" dirty="0"/>
              <a:t>Partiendo de esta premisa me solicitó que el desarrollo se basara en </a:t>
            </a:r>
            <a:r>
              <a:rPr lang="es-ES" dirty="0" err="1"/>
              <a:t>wordpress</a:t>
            </a:r>
            <a:r>
              <a:rPr lang="es-ES" dirty="0"/>
              <a:t> pues estaba familiarizado con este sistema, desgraciadamente el proyecto no llegó a concluirse debido a diversos asuntos.</a:t>
            </a:r>
            <a:br>
              <a:rPr lang="es-ES" dirty="0"/>
            </a:br>
            <a:r>
              <a:rPr lang="es-ES" dirty="0"/>
              <a:t>Se planteó abandonar el proyecto sin embargo la investigación previa que se había realizado sobre el funcionamiento del sistema era suficiente para plantearse sacar algo a delante por lo que se decidió darle un lavado de cara.</a:t>
            </a:r>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4</a:t>
            </a:fld>
            <a:endParaRPr lang="es-ES" dirty="0"/>
          </a:p>
        </p:txBody>
      </p:sp>
    </p:spTree>
    <p:extLst>
      <p:ext uri="{BB962C8B-B14F-4D97-AF65-F5344CB8AC3E}">
        <p14:creationId xmlns:p14="http://schemas.microsoft.com/office/powerpoint/2010/main" val="14226065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5</a:t>
            </a:fld>
            <a:endParaRPr lang="es-ES" dirty="0"/>
          </a:p>
        </p:txBody>
      </p:sp>
    </p:spTree>
    <p:extLst>
      <p:ext uri="{BB962C8B-B14F-4D97-AF65-F5344CB8AC3E}">
        <p14:creationId xmlns:p14="http://schemas.microsoft.com/office/powerpoint/2010/main" val="2098922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F639921-CFBB-DE6F-31EB-81B758CA0268}"/>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rtlCol="0"/>
          <a:lstStyle>
            <a:defPPr>
              <a:defRPr lang="es-ES"/>
            </a:defPPr>
          </a:lstStyle>
          <a:p>
            <a:pPr rtl="0"/>
            <a:fld id="{A89C7E07-3C67-C64C-8DA0-0404F6303970}" type="slidenum">
              <a:rPr lang="es-ES" smtClean="0"/>
              <a:t>6</a:t>
            </a:fld>
            <a:endParaRPr lang="es-ES" dirty="0"/>
          </a:p>
        </p:txBody>
      </p:sp>
    </p:spTree>
    <p:extLst>
      <p:ext uri="{BB962C8B-B14F-4D97-AF65-F5344CB8AC3E}">
        <p14:creationId xmlns:p14="http://schemas.microsoft.com/office/powerpoint/2010/main" val="3211141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r>
              <a:rPr lang="es-ES" dirty="0"/>
              <a:t>Cascada: Ordenamiento secuencial, se acaba una cosa y se empieza otra.</a:t>
            </a:r>
          </a:p>
          <a:p>
            <a:pPr rtl="0"/>
            <a:r>
              <a:rPr lang="es-ES" dirty="0"/>
              <a:t>Incremental, las partes del sistema se van mejorando (y probando) poco a poco.</a:t>
            </a:r>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7</a:t>
            </a:fld>
            <a:endParaRPr lang="es-ES" dirty="0"/>
          </a:p>
        </p:txBody>
      </p:sp>
    </p:spTree>
    <p:extLst>
      <p:ext uri="{BB962C8B-B14F-4D97-AF65-F5344CB8AC3E}">
        <p14:creationId xmlns:p14="http://schemas.microsoft.com/office/powerpoint/2010/main" val="17138689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8</a:t>
            </a:fld>
            <a:endParaRPr lang="es-ES" dirty="0"/>
          </a:p>
        </p:txBody>
      </p:sp>
    </p:spTree>
    <p:extLst>
      <p:ext uri="{BB962C8B-B14F-4D97-AF65-F5344CB8AC3E}">
        <p14:creationId xmlns:p14="http://schemas.microsoft.com/office/powerpoint/2010/main" val="115391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r>
              <a:rPr lang="es-ES" dirty="0"/>
              <a:t>TF = pruebas + memoria</a:t>
            </a:r>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9</a:t>
            </a:fld>
            <a:endParaRPr lang="es-ES" dirty="0"/>
          </a:p>
        </p:txBody>
      </p:sp>
    </p:spTree>
    <p:extLst>
      <p:ext uri="{BB962C8B-B14F-4D97-AF65-F5344CB8AC3E}">
        <p14:creationId xmlns:p14="http://schemas.microsoft.com/office/powerpoint/2010/main" val="2423713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F639921-CFBB-DE6F-31EB-81B758CA0268}"/>
              </a:ext>
            </a:extLst>
          </p:cNvPr>
          <p:cNvSpPr>
            <a:spLocks noGrp="1"/>
          </p:cNvSpPr>
          <p:nvPr>
            <p:ph type="body" idx="1"/>
          </p:nvPr>
        </p:nvSpPr>
        <p:spPr/>
        <p:txBody>
          <a:bodyPr rtlCol="0"/>
          <a:lstStyle>
            <a:defPPr>
              <a:defRPr lang="es-ES"/>
            </a:defPPr>
          </a:lstStyle>
          <a:p>
            <a:pPr rtl="0"/>
            <a:r>
              <a:rPr lang="es-ES" dirty="0"/>
              <a:t>Procedamos ahora con el análisis previo del sistema y veamos las tareas realizadas antes de comenzar el desarrollo.</a:t>
            </a:r>
          </a:p>
        </p:txBody>
      </p:sp>
      <p:sp>
        <p:nvSpPr>
          <p:cNvPr id="4" name="Marcador de número de diapositiva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rtlCol="0"/>
          <a:lstStyle>
            <a:defPPr>
              <a:defRPr lang="es-ES"/>
            </a:defPPr>
          </a:lstStyle>
          <a:p>
            <a:pPr rtl="0"/>
            <a:fld id="{A89C7E07-3C67-C64C-8DA0-0404F6303970}" type="slidenum">
              <a:rPr lang="es-ES" smtClean="0"/>
              <a:t>10</a:t>
            </a:fld>
            <a:endParaRPr lang="es-ES" dirty="0"/>
          </a:p>
        </p:txBody>
      </p:sp>
    </p:spTree>
    <p:extLst>
      <p:ext uri="{BB962C8B-B14F-4D97-AF65-F5344CB8AC3E}">
        <p14:creationId xmlns:p14="http://schemas.microsoft.com/office/powerpoint/2010/main" val="34803662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11</a:t>
            </a:fld>
            <a:endParaRPr lang="es-ES" dirty="0"/>
          </a:p>
        </p:txBody>
      </p:sp>
    </p:spTree>
    <p:extLst>
      <p:ext uri="{BB962C8B-B14F-4D97-AF65-F5344CB8AC3E}">
        <p14:creationId xmlns:p14="http://schemas.microsoft.com/office/powerpoint/2010/main" val="1835765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12</a:t>
            </a:fld>
            <a:endParaRPr lang="es-ES" dirty="0"/>
          </a:p>
        </p:txBody>
      </p:sp>
    </p:spTree>
    <p:extLst>
      <p:ext uri="{BB962C8B-B14F-4D97-AF65-F5344CB8AC3E}">
        <p14:creationId xmlns:p14="http://schemas.microsoft.com/office/powerpoint/2010/main" val="1758533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13</a:t>
            </a:fld>
            <a:endParaRPr lang="es-ES" dirty="0"/>
          </a:p>
        </p:txBody>
      </p:sp>
    </p:spTree>
    <p:extLst>
      <p:ext uri="{BB962C8B-B14F-4D97-AF65-F5344CB8AC3E}">
        <p14:creationId xmlns:p14="http://schemas.microsoft.com/office/powerpoint/2010/main" val="5061813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r>
              <a:rPr lang="es-ES" dirty="0"/>
              <a:t>Entre los criterios de accesibilidad web destacarían:</a:t>
            </a:r>
            <a:br>
              <a:rPr lang="es-ES" dirty="0"/>
            </a:br>
            <a:r>
              <a:rPr lang="es-ES" dirty="0"/>
              <a:t> - Estructura clara y concisa</a:t>
            </a:r>
          </a:p>
          <a:p>
            <a:pPr rtl="0"/>
            <a:r>
              <a:rPr lang="es-ES" dirty="0"/>
              <a:t> - Tiempo suficiente para leer</a:t>
            </a:r>
          </a:p>
          <a:p>
            <a:pPr rtl="0"/>
            <a:r>
              <a:rPr lang="es-ES" dirty="0"/>
              <a:t> - Control desde teclado</a:t>
            </a:r>
          </a:p>
          <a:p>
            <a:pPr rtl="0"/>
            <a:r>
              <a:rPr lang="es-ES" dirty="0"/>
              <a:t> - Texto alternativo a las imágenes</a:t>
            </a:r>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14</a:t>
            </a:fld>
            <a:endParaRPr lang="es-ES" dirty="0"/>
          </a:p>
        </p:txBody>
      </p:sp>
    </p:spTree>
    <p:extLst>
      <p:ext uri="{BB962C8B-B14F-4D97-AF65-F5344CB8AC3E}">
        <p14:creationId xmlns:p14="http://schemas.microsoft.com/office/powerpoint/2010/main" val="42853614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15</a:t>
            </a:fld>
            <a:endParaRPr lang="es-ES" dirty="0"/>
          </a:p>
        </p:txBody>
      </p:sp>
    </p:spTree>
    <p:extLst>
      <p:ext uri="{BB962C8B-B14F-4D97-AF65-F5344CB8AC3E}">
        <p14:creationId xmlns:p14="http://schemas.microsoft.com/office/powerpoint/2010/main" val="22777334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F639921-CFBB-DE6F-31EB-81B758CA0268}"/>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rtlCol="0"/>
          <a:lstStyle>
            <a:defPPr>
              <a:defRPr lang="es-ES"/>
            </a:defPPr>
          </a:lstStyle>
          <a:p>
            <a:pPr rtl="0"/>
            <a:fld id="{A89C7E07-3C67-C64C-8DA0-0404F6303970}" type="slidenum">
              <a:rPr lang="es-ES" smtClean="0"/>
              <a:t>16</a:t>
            </a:fld>
            <a:endParaRPr lang="es-ES" dirty="0"/>
          </a:p>
        </p:txBody>
      </p:sp>
    </p:spTree>
    <p:extLst>
      <p:ext uri="{BB962C8B-B14F-4D97-AF65-F5344CB8AC3E}">
        <p14:creationId xmlns:p14="http://schemas.microsoft.com/office/powerpoint/2010/main" val="9321129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r>
              <a:rPr lang="es-ES" dirty="0"/>
              <a:t>Arquitectura cliente servidor habitual en aplicaciones web:</a:t>
            </a:r>
            <a:br>
              <a:rPr lang="es-ES" dirty="0"/>
            </a:br>
            <a:r>
              <a:rPr lang="es-ES" dirty="0"/>
              <a:t>Cliente: dispositivos  o programas que solicitan servicios o recursos.</a:t>
            </a:r>
          </a:p>
          <a:p>
            <a:pPr rtl="0"/>
            <a:r>
              <a:rPr lang="es-ES" dirty="0"/>
              <a:t>Servidor encargado de proporcionarlos.</a:t>
            </a:r>
            <a:br>
              <a:rPr lang="es-ES" dirty="0"/>
            </a:br>
            <a:r>
              <a:rPr lang="es-ES" dirty="0"/>
              <a:t>El cliente realiza una solicitud, el servidor la procesa y ejecuta una tarea como puede ser consultar una base de datos y devuelve una respuesta.</a:t>
            </a:r>
          </a:p>
          <a:p>
            <a:pPr rtl="0"/>
            <a:r>
              <a:rPr lang="es-ES" dirty="0"/>
              <a:t>El servidor ofrece ventajas en términos de escalabilidad y seguridad pero todo el sistema depende de que no falle.</a:t>
            </a:r>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17</a:t>
            </a:fld>
            <a:endParaRPr lang="es-ES" dirty="0"/>
          </a:p>
        </p:txBody>
      </p:sp>
    </p:spTree>
    <p:extLst>
      <p:ext uri="{BB962C8B-B14F-4D97-AF65-F5344CB8AC3E}">
        <p14:creationId xmlns:p14="http://schemas.microsoft.com/office/powerpoint/2010/main" val="2276141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r>
              <a:rPr lang="es-ES" dirty="0"/>
              <a:t>La arquitectura lógica del sistema está basada en el modelo-vista-controlador, aunque este sufre algunas ligeras modificaciones.</a:t>
            </a:r>
          </a:p>
          <a:p>
            <a:pPr rtl="0"/>
            <a:r>
              <a:rPr lang="es-ES" dirty="0"/>
              <a:t>Modelo representaría los datos o lógica del negocio, en este caso la base de datos </a:t>
            </a:r>
            <a:r>
              <a:rPr lang="es-ES" dirty="0" err="1"/>
              <a:t>wordpress</a:t>
            </a:r>
            <a:r>
              <a:rPr lang="es-ES" dirty="0"/>
              <a:t> específicamente ofrece una capa de abstracción, permitiendo al desarrollador acceder a la base de datos de manera más sencilla.</a:t>
            </a:r>
            <a:br>
              <a:rPr lang="es-ES" dirty="0"/>
            </a:br>
            <a:r>
              <a:rPr lang="es-ES" dirty="0"/>
              <a:t>La vista representa la interfaz de usuario y se encarga de mostrarle los datos.</a:t>
            </a:r>
          </a:p>
          <a:p>
            <a:pPr rtl="0"/>
            <a:r>
              <a:rPr lang="es-ES" dirty="0"/>
              <a:t>El controlador es el alma del sistema, recibe las peticiones que realiza el usuario, y procesa interactuando o no según la necesidad del requerimiento.</a:t>
            </a:r>
          </a:p>
          <a:p>
            <a:pPr rtl="0"/>
            <a:r>
              <a:rPr lang="es-ES" dirty="0"/>
              <a:t>Adicionalmente, encontramos los </a:t>
            </a:r>
            <a:r>
              <a:rPr lang="es-ES" dirty="0" err="1"/>
              <a:t>plugins</a:t>
            </a:r>
            <a:r>
              <a:rPr lang="es-ES" dirty="0"/>
              <a:t> que permiten modificar o añadir funcionalidades del sistema, en algunos casos saliéndose del modelo. Pudiendo incluso considerarse precursores de una arquitectura de plugin.</a:t>
            </a:r>
          </a:p>
          <a:p>
            <a:pPr rtl="0"/>
            <a:r>
              <a:rPr lang="es-ES" dirty="0"/>
              <a:t>En última instancia, el asistente virtual, está alojado fuera del sistema, aunque recibe las peticiones del usuario por medio del controlador.</a:t>
            </a:r>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18</a:t>
            </a:fld>
            <a:endParaRPr lang="es-ES" dirty="0"/>
          </a:p>
        </p:txBody>
      </p:sp>
    </p:spTree>
    <p:extLst>
      <p:ext uri="{BB962C8B-B14F-4D97-AF65-F5344CB8AC3E}">
        <p14:creationId xmlns:p14="http://schemas.microsoft.com/office/powerpoint/2010/main" val="19770980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r>
              <a:rPr lang="es-ES" dirty="0"/>
              <a:t>La base de datos en el sistema es de tipo SQL. No se ha elegido esta base de datos, viene impuesta por el uso de WordPress.</a:t>
            </a:r>
            <a:br>
              <a:rPr lang="es-ES" dirty="0"/>
            </a:br>
            <a:r>
              <a:rPr lang="es-ES" dirty="0"/>
              <a:t>Se han utilizado las tablas existentes en dicha base de datos para alojar y recuperar información necesaria a la hora de realizar el motor de recomendación.</a:t>
            </a:r>
          </a:p>
          <a:p>
            <a:pPr rtl="0"/>
            <a:r>
              <a:rPr lang="es-ES" dirty="0"/>
              <a:t>Se realizó una migración y carga inicial de datos. Para tener una base sobre al que crear la web se descargó un </a:t>
            </a:r>
            <a:r>
              <a:rPr lang="es-ES" dirty="0" err="1"/>
              <a:t>dataset</a:t>
            </a:r>
            <a:r>
              <a:rPr lang="es-ES" dirty="0"/>
              <a:t> de productos, concretamente de smartwatches y se realizaron algunas modificaciones de modo que pudiera importarse en </a:t>
            </a:r>
            <a:r>
              <a:rPr lang="es-ES" dirty="0" err="1"/>
              <a:t>woocommerce</a:t>
            </a:r>
            <a:r>
              <a:rPr lang="es-ES" dirty="0"/>
              <a:t>.</a:t>
            </a:r>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19</a:t>
            </a:fld>
            <a:endParaRPr lang="es-ES" dirty="0"/>
          </a:p>
        </p:txBody>
      </p:sp>
    </p:spTree>
    <p:extLst>
      <p:ext uri="{BB962C8B-B14F-4D97-AF65-F5344CB8AC3E}">
        <p14:creationId xmlns:p14="http://schemas.microsoft.com/office/powerpoint/2010/main" val="2064778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r>
              <a:rPr lang="es-ES" dirty="0"/>
              <a:t>El diseño de la interfaz de usuario se ha realizado basándose en el cumplimiento de los criterios de accesibilidad web, tratando de utilizar una paleta de colores que dificulte la mala visión del usuario debido al contraste.</a:t>
            </a:r>
          </a:p>
          <a:p>
            <a:pPr rtl="0"/>
            <a:r>
              <a:rPr lang="es-ES" dirty="0"/>
              <a:t>Se ha utilizado el plugin WooCommerce para crear la tienda online y el tema Astra como base de la tienda, además de la herramienta </a:t>
            </a:r>
            <a:r>
              <a:rPr lang="es-ES" dirty="0" err="1"/>
              <a:t>Spectra</a:t>
            </a:r>
            <a:r>
              <a:rPr lang="es-ES" dirty="0"/>
              <a:t> que facilita la edición de la interfaz.</a:t>
            </a:r>
          </a:p>
          <a:p>
            <a:pPr rtl="0"/>
            <a:r>
              <a:rPr lang="es-ES" dirty="0"/>
              <a:t>Finalmente, se han utilizado shortcodes, o fragmentos de código. Esto es una funcionalidad que ofrece </a:t>
            </a:r>
            <a:r>
              <a:rPr lang="es-ES" dirty="0" err="1"/>
              <a:t>wordpress</a:t>
            </a:r>
            <a:r>
              <a:rPr lang="es-ES" dirty="0"/>
              <a:t> consistente en introducir una llamada al código para añadir ciertas modificaciones en la web o llamadas al código. Facilitando notablemente la implementación del plugin.</a:t>
            </a:r>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20</a:t>
            </a:fld>
            <a:endParaRPr lang="es-ES" dirty="0"/>
          </a:p>
        </p:txBody>
      </p:sp>
    </p:spTree>
    <p:extLst>
      <p:ext uri="{BB962C8B-B14F-4D97-AF65-F5344CB8AC3E}">
        <p14:creationId xmlns:p14="http://schemas.microsoft.com/office/powerpoint/2010/main" val="37956552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r>
              <a:rPr lang="es-ES" dirty="0"/>
              <a:t>Local WP es un entorno de desarrollo local.</a:t>
            </a:r>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21</a:t>
            </a:fld>
            <a:endParaRPr lang="es-ES" dirty="0"/>
          </a:p>
        </p:txBody>
      </p:sp>
    </p:spTree>
    <p:extLst>
      <p:ext uri="{BB962C8B-B14F-4D97-AF65-F5344CB8AC3E}">
        <p14:creationId xmlns:p14="http://schemas.microsoft.com/office/powerpoint/2010/main" val="19673514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22</a:t>
            </a:fld>
            <a:endParaRPr lang="es-ES" dirty="0"/>
          </a:p>
        </p:txBody>
      </p:sp>
    </p:spTree>
    <p:extLst>
      <p:ext uri="{BB962C8B-B14F-4D97-AF65-F5344CB8AC3E}">
        <p14:creationId xmlns:p14="http://schemas.microsoft.com/office/powerpoint/2010/main" val="14663371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23</a:t>
            </a:fld>
            <a:endParaRPr lang="es-ES" dirty="0"/>
          </a:p>
        </p:txBody>
      </p:sp>
    </p:spTree>
    <p:extLst>
      <p:ext uri="{BB962C8B-B14F-4D97-AF65-F5344CB8AC3E}">
        <p14:creationId xmlns:p14="http://schemas.microsoft.com/office/powerpoint/2010/main" val="7562561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r>
              <a:rPr lang="es-ES" dirty="0"/>
              <a:t>Este cálculo mejora la media aritmética gracias al conocimiento previo sobre la distribución de los datos, dirigiendo el valor medio hacia el valor esperado y ajustando el resultado en función de los datos.</a:t>
            </a:r>
          </a:p>
          <a:p>
            <a:pPr rtl="0"/>
            <a:r>
              <a:rPr lang="es-ES" dirty="0"/>
              <a:t>Adicionalmente se calcula el límite inferior del intervalo de confianza de la media para tratar de ser más precisos.</a:t>
            </a:r>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24</a:t>
            </a:fld>
            <a:endParaRPr lang="es-ES" dirty="0"/>
          </a:p>
        </p:txBody>
      </p:sp>
    </p:spTree>
    <p:extLst>
      <p:ext uri="{BB962C8B-B14F-4D97-AF65-F5344CB8AC3E}">
        <p14:creationId xmlns:p14="http://schemas.microsoft.com/office/powerpoint/2010/main" val="26860087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r>
              <a:rPr lang="es-ES" dirty="0"/>
              <a:t>Ambas puntuaciones formarían la mitad de la nota, no por casualidad. Se han realizado estudios que demuestran la influencia de las valoraciones en el consumidor a la hora de comprar, especialmente cuando son muchas y elevadas, el cálculo de la media por la aproximación bayesiana considera implícitamente ambas variables por lo que puede ponderarse 50/50.</a:t>
            </a:r>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25</a:t>
            </a:fld>
            <a:endParaRPr lang="es-ES" dirty="0"/>
          </a:p>
        </p:txBody>
      </p:sp>
    </p:spTree>
    <p:extLst>
      <p:ext uri="{BB962C8B-B14F-4D97-AF65-F5344CB8AC3E}">
        <p14:creationId xmlns:p14="http://schemas.microsoft.com/office/powerpoint/2010/main" val="31548355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26</a:t>
            </a:fld>
            <a:endParaRPr lang="es-ES" dirty="0"/>
          </a:p>
        </p:txBody>
      </p:sp>
    </p:spTree>
    <p:extLst>
      <p:ext uri="{BB962C8B-B14F-4D97-AF65-F5344CB8AC3E}">
        <p14:creationId xmlns:p14="http://schemas.microsoft.com/office/powerpoint/2010/main" val="42722325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F639921-CFBB-DE6F-31EB-81B758CA0268}"/>
              </a:ext>
            </a:extLst>
          </p:cNvPr>
          <p:cNvSpPr>
            <a:spLocks noGrp="1"/>
          </p:cNvSpPr>
          <p:nvPr>
            <p:ph type="body" idx="1"/>
          </p:nvPr>
        </p:nvSpPr>
        <p:spPr/>
        <p:txBody>
          <a:bodyPr rtlCol="0"/>
          <a:lstStyle>
            <a:defPPr>
              <a:defRPr lang="es-ES"/>
            </a:defPPr>
          </a:lstStyle>
          <a:p>
            <a:pPr rtl="0"/>
            <a:r>
              <a:rPr lang="es-ES" dirty="0"/>
              <a:t>Se realizaron pruebas de integración de los componentes del sistema mediante pruebas y posteriormente una prueba global del sistema cómo la que veremos ahora.</a:t>
            </a:r>
          </a:p>
        </p:txBody>
      </p:sp>
      <p:sp>
        <p:nvSpPr>
          <p:cNvPr id="4" name="Marcador de número de diapositiva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rtlCol="0"/>
          <a:lstStyle>
            <a:defPPr>
              <a:defRPr lang="es-ES"/>
            </a:defPPr>
          </a:lstStyle>
          <a:p>
            <a:pPr rtl="0"/>
            <a:fld id="{A89C7E07-3C67-C64C-8DA0-0404F6303970}" type="slidenum">
              <a:rPr lang="es-ES" smtClean="0"/>
              <a:t>27</a:t>
            </a:fld>
            <a:endParaRPr lang="es-ES" dirty="0"/>
          </a:p>
        </p:txBody>
      </p:sp>
    </p:spTree>
    <p:extLst>
      <p:ext uri="{BB962C8B-B14F-4D97-AF65-F5344CB8AC3E}">
        <p14:creationId xmlns:p14="http://schemas.microsoft.com/office/powerpoint/2010/main" val="37277777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F639921-CFBB-DE6F-31EB-81B758CA0268}"/>
              </a:ext>
            </a:extLst>
          </p:cNvPr>
          <p:cNvSpPr>
            <a:spLocks noGrp="1"/>
          </p:cNvSpPr>
          <p:nvPr>
            <p:ph type="body" idx="1"/>
          </p:nvPr>
        </p:nvSpPr>
        <p:spPr/>
        <p:txBody>
          <a:bodyPr rtlCol="0"/>
          <a:lstStyle>
            <a:defPPr>
              <a:defRPr lang="es-ES"/>
            </a:defPPr>
          </a:lstStyle>
          <a:p>
            <a:pPr rtl="0"/>
            <a:r>
              <a:rPr lang="es-ES" dirty="0"/>
              <a:t>El proyecto ha sido fructífero, creo que ha permitido ampliar y asentar gran parte del aprendizaje obtenido en la carrera y relacionar muchos conocimientos que no pensaba que estuvieran relacionados.</a:t>
            </a:r>
            <a:br>
              <a:rPr lang="es-ES" dirty="0"/>
            </a:br>
            <a:r>
              <a:rPr lang="es-ES" dirty="0"/>
              <a:t>Líneas futuras: Mejorar el asistente virtual, realizando un conocimiento profundo en el funcionamiento del machine </a:t>
            </a:r>
            <a:r>
              <a:rPr lang="es-ES" dirty="0" err="1"/>
              <a:t>learning</a:t>
            </a:r>
            <a:r>
              <a:rPr lang="es-ES" dirty="0"/>
              <a:t> de modo que sea relevante para </a:t>
            </a:r>
            <a:r>
              <a:rPr lang="es-ES"/>
              <a:t>la tienda, </a:t>
            </a:r>
            <a:r>
              <a:rPr lang="es-ES" dirty="0"/>
              <a:t>tratando de utilizarlo para sustituir el formulario para recuperar las preferencias.</a:t>
            </a:r>
          </a:p>
        </p:txBody>
      </p:sp>
      <p:sp>
        <p:nvSpPr>
          <p:cNvPr id="4" name="Marcador de número de diapositiva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rtlCol="0"/>
          <a:lstStyle>
            <a:defPPr>
              <a:defRPr lang="es-ES"/>
            </a:defPPr>
          </a:lstStyle>
          <a:p>
            <a:pPr rtl="0"/>
            <a:fld id="{A89C7E07-3C67-C64C-8DA0-0404F6303970}" type="slidenum">
              <a:rPr lang="es-ES" smtClean="0"/>
              <a:t>28</a:t>
            </a:fld>
            <a:endParaRPr lang="es-ES" dirty="0"/>
          </a:p>
        </p:txBody>
      </p:sp>
    </p:spTree>
    <p:extLst>
      <p:ext uri="{BB962C8B-B14F-4D97-AF65-F5344CB8AC3E}">
        <p14:creationId xmlns:p14="http://schemas.microsoft.com/office/powerpoint/2010/main" val="9146246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r>
              <a:rPr lang="es-ES" dirty="0"/>
              <a:t>Se han cometido infinidad de errores en el desarrollo que se han ido comprendiendo y parcheando a lo largo de este.</a:t>
            </a:r>
          </a:p>
        </p:txBody>
      </p:sp>
      <p:sp>
        <p:nvSpPr>
          <p:cNvPr id="4" name="Marcador de número de diapositiva 3"/>
          <p:cNvSpPr>
            <a:spLocks noGrp="1"/>
          </p:cNvSpPr>
          <p:nvPr>
            <p:ph type="sldNum" sz="quarter" idx="5"/>
          </p:nvPr>
        </p:nvSpPr>
        <p:spPr/>
        <p:txBody>
          <a:bodyPr rtlCol="0"/>
          <a:lstStyle>
            <a:defPPr>
              <a:defRPr lang="es-ES"/>
            </a:defPPr>
          </a:lstStyle>
          <a:p>
            <a:pPr rtl="0"/>
            <a:fld id="{A89C7E07-3C67-C64C-8DA0-0404F6303970}" type="slidenum">
              <a:rPr lang="es-ES" smtClean="0"/>
              <a:t>29</a:t>
            </a:fld>
            <a:endParaRPr lang="es-E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1">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es-ES" sz="6000" b="1" i="0" spc="100" baseline="0">
                <a:solidFill>
                  <a:schemeClr val="bg1"/>
                </a:solidFill>
                <a:latin typeface="+mj-lt"/>
              </a:defRPr>
            </a:lvl1pPr>
          </a:lstStyle>
          <a:p>
            <a:pPr rtl="0"/>
            <a:r>
              <a:rPr lang="es-ES"/>
              <a:t>Haga clic para agregar un título </a:t>
            </a:r>
          </a:p>
        </p:txBody>
      </p:sp>
      <p:grpSp>
        <p:nvGrpSpPr>
          <p:cNvPr id="9" name="Gru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cxnSp>
        <p:nvCxnSpPr>
          <p:cNvPr id="13" name="Conector recto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noProof="0" dirty="0"/>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noProof="0" dirty="0"/>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noProof="0" dirty="0"/>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es-ES"/>
              </a:defPPr>
            </a:lstStyle>
            <a:p>
              <a:pPr rtl="0"/>
              <a:endParaRPr lang="es-ES" noProof="0" dirty="0"/>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noProof="0" dirty="0"/>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rtlCol="0" anchor="b" anchorCtr="0">
            <a:noAutofit/>
          </a:bodyPr>
          <a:lstStyle>
            <a:lvl1pPr>
              <a:defRPr lang="es-ES" sz="4400" b="1" i="0" spc="50" baseline="0">
                <a:latin typeface="+mj-lt"/>
              </a:defRPr>
            </a:lvl1pPr>
          </a:lstStyle>
          <a:p>
            <a:pPr rtl="0"/>
            <a:r>
              <a:rPr lang="es-ES" noProof="0" dirty="0"/>
              <a:t>Haga clic para agregar un título </a:t>
            </a:r>
          </a:p>
        </p:txBody>
      </p:sp>
      <p:sp>
        <p:nvSpPr>
          <p:cNvPr id="2" name="Marcador de contenido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rtlCol="0">
            <a:normAutofit/>
          </a:bodyPr>
          <a:lstStyle>
            <a:lvl1pPr marL="283464" indent="-283464">
              <a:lnSpc>
                <a:spcPct val="80000"/>
              </a:lnSpc>
              <a:spcBef>
                <a:spcPts val="2200"/>
              </a:spcBef>
              <a:buFont typeface="Arial" panose="020B0604020202020204" pitchFamily="34" charset="0"/>
              <a:buChar char="•"/>
              <a:defRPr lang="es-ES" sz="2400" b="1" i="0" kern="1200" dirty="0">
                <a:solidFill>
                  <a:schemeClr val="tx2">
                    <a:lumMod val="75000"/>
                  </a:schemeClr>
                </a:solidFill>
                <a:latin typeface="+mn-lt"/>
                <a:ea typeface="+mn-ea"/>
                <a:cs typeface="+mn-cs"/>
              </a:defRPr>
            </a:lvl1pPr>
            <a:lvl2pPr indent="-283464">
              <a:spcBef>
                <a:spcPts val="600"/>
              </a:spcBef>
              <a:defRPr lang="es-ES" sz="2000"/>
            </a:lvl2pPr>
            <a:lvl3pPr indent="-283464">
              <a:spcBef>
                <a:spcPts val="1800"/>
              </a:spcBef>
              <a:defRPr lang="es-ES" sz="2000"/>
            </a:lvl3pPr>
            <a:lvl4pPr indent="-283464">
              <a:spcBef>
                <a:spcPts val="1800"/>
              </a:spcBef>
              <a:defRPr lang="es-ES" sz="2000"/>
            </a:lvl4pPr>
            <a:lvl5pPr indent="-283464">
              <a:spcBef>
                <a:spcPts val="1800"/>
              </a:spcBef>
              <a:defRPr lang="es-ES" sz="2000"/>
            </a:lvl5pPr>
          </a:lstStyle>
          <a:p>
            <a:pPr lvl="0" rtl="0"/>
            <a:r>
              <a:rPr lang="es-ES" noProof="0" dirty="0"/>
              <a:t>Haga clic para agregar contenido</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3" name="Marcador de número de diapositiva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rtlCol="0"/>
          <a:lstStyle>
            <a:defPPr>
              <a:defRPr lang="es-ES"/>
            </a:defPPr>
            <a:lvl1pPr>
              <a:defRPr sz="1600"/>
            </a:lvl1pPr>
          </a:lstStyle>
          <a:p>
            <a:fld id="{294A09A9-5501-47C1-A89A-A340965A2BE2}" type="slidenum">
              <a:rPr lang="es-ES" smtClean="0"/>
              <a:pPr/>
              <a:t>‹Nº›</a:t>
            </a:fld>
            <a:endParaRPr lang="es-ES" dirty="0"/>
          </a:p>
        </p:txBody>
      </p:sp>
      <p:sp>
        <p:nvSpPr>
          <p:cNvPr id="42" name="Marcador de fecha 41">
            <a:extLst>
              <a:ext uri="{FF2B5EF4-FFF2-40B4-BE49-F238E27FC236}">
                <a16:creationId xmlns:a16="http://schemas.microsoft.com/office/drawing/2014/main" id="{29CE2856-DB8F-5603-C085-74C70560FAC8}"/>
              </a:ext>
            </a:extLst>
          </p:cNvPr>
          <p:cNvSpPr>
            <a:spLocks noGrp="1"/>
          </p:cNvSpPr>
          <p:nvPr>
            <p:ph type="dt" sz="half" idx="25"/>
          </p:nvPr>
        </p:nvSpPr>
        <p:spPr/>
        <p:txBody>
          <a:bodyPr rtlCol="0"/>
          <a:lstStyle>
            <a:defPPr>
              <a:defRPr lang="es-ES"/>
            </a:defPPr>
            <a:lvl1pPr>
              <a:defRPr sz="1600" b="1"/>
            </a:lvl1pPr>
          </a:lstStyle>
          <a:p>
            <a:r>
              <a:rPr lang="es-ES" dirty="0"/>
              <a:t>Texto</a:t>
            </a:r>
          </a:p>
        </p:txBody>
      </p:sp>
      <p:cxnSp>
        <p:nvCxnSpPr>
          <p:cNvPr id="4" name="Conector recto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de sección">
    <p:bg>
      <p:bgPr>
        <a:solidFill>
          <a:schemeClr val="accent3"/>
        </a:solidFill>
        <a:effectLst/>
      </p:bgPr>
    </p:bg>
    <p:spTree>
      <p:nvGrpSpPr>
        <p:cNvPr id="1" name=""/>
        <p:cNvGrpSpPr/>
        <p:nvPr/>
      </p:nvGrpSpPr>
      <p:grpSpPr>
        <a:xfrm>
          <a:off x="0" y="0"/>
          <a:ext cx="0" cy="0"/>
          <a:chOff x="0" y="0"/>
          <a:chExt cx="0" cy="0"/>
        </a:xfrm>
      </p:grpSpPr>
      <p:sp>
        <p:nvSpPr>
          <p:cNvPr id="4" name="Marcador de posición de imagen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rtlCol="0">
            <a:noAutofit/>
          </a:bodyPr>
          <a:lstStyle>
            <a:lvl1pPr marL="0" indent="0" algn="ctr">
              <a:buNone/>
              <a:defRPr lang="es-ES" sz="2000">
                <a:solidFill>
                  <a:schemeClr val="tx1"/>
                </a:solidFill>
              </a:defRPr>
            </a:lvl1pPr>
          </a:lstStyle>
          <a:p>
            <a:pPr rtl="0"/>
            <a:r>
              <a:rPr lang="es-ES"/>
              <a:t>Haga clic en el icono para agregar una imagen</a:t>
            </a:r>
          </a:p>
        </p:txBody>
      </p:sp>
      <p:sp>
        <p:nvSpPr>
          <p:cNvPr id="18" name="Título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rtlCol="0" anchor="b" anchorCtr="0">
            <a:noAutofit/>
          </a:bodyPr>
          <a:lstStyle>
            <a:lvl1pPr>
              <a:defRPr lang="es-ES" sz="6000" b="1" i="0" baseline="0">
                <a:solidFill>
                  <a:schemeClr val="tx1"/>
                </a:solidFill>
                <a:latin typeface="+mj-lt"/>
              </a:defRPr>
            </a:lvl1pPr>
          </a:lstStyle>
          <a:p>
            <a:pPr rtl="0"/>
            <a:r>
              <a:rPr lang="es-ES"/>
              <a:t>Haga clic para agregar un título </a:t>
            </a:r>
          </a:p>
        </p:txBody>
      </p:sp>
      <p:sp>
        <p:nvSpPr>
          <p:cNvPr id="7" name="Rectángulo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2">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rtlCol="0" anchor="b">
            <a:noAutofit/>
          </a:bodyPr>
          <a:lstStyle>
            <a:lvl1pPr algn="l">
              <a:lnSpc>
                <a:spcPct val="80000"/>
              </a:lnSpc>
              <a:defRPr lang="es-ES" sz="6000" b="1" i="0" spc="100" baseline="0">
                <a:solidFill>
                  <a:schemeClr val="bg1"/>
                </a:solidFill>
                <a:latin typeface="+mj-lt"/>
              </a:defRPr>
            </a:lvl1pPr>
          </a:lstStyle>
          <a:p>
            <a:pPr rtl="0"/>
            <a:r>
              <a:rPr lang="es-ES"/>
              <a:t>Haga clic para agregar un título </a:t>
            </a:r>
          </a:p>
        </p:txBody>
      </p:sp>
      <p:sp>
        <p:nvSpPr>
          <p:cNvPr id="6" name="Marcador de posición de imagen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rtlCol="0">
            <a:normAutofit/>
          </a:bodyPr>
          <a:lstStyle>
            <a:lvl1pPr marL="0" indent="0" algn="ctr">
              <a:buNone/>
              <a:defRPr lang="es-ES" sz="2000"/>
            </a:lvl1pPr>
          </a:lstStyle>
          <a:p>
            <a:pPr rtl="0"/>
            <a:r>
              <a:rPr lang="es-ES"/>
              <a:t>Haga clic en el icono para agregar una imagen</a:t>
            </a:r>
          </a:p>
        </p:txBody>
      </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rtlCol="0">
            <a:noAutofit/>
          </a:bodyPr>
          <a:lstStyle>
            <a:lvl1pPr marL="0" indent="0">
              <a:buNone/>
              <a:defRPr lang="es-ES" sz="2400" b="1" i="0">
                <a:solidFill>
                  <a:schemeClr val="tx2">
                    <a:lumMod val="75000"/>
                  </a:schemeClr>
                </a:solidFill>
                <a:latin typeface="+mn-lt"/>
              </a:defRPr>
            </a:lvl1pPr>
            <a:lvl2pPr>
              <a:defRPr lang="es-ES" sz="4000"/>
            </a:lvl2pPr>
            <a:lvl3pPr>
              <a:defRPr lang="es-ES" sz="4000"/>
            </a:lvl3pPr>
            <a:lvl4pPr>
              <a:defRPr lang="es-ES" sz="4000"/>
            </a:lvl4pPr>
            <a:lvl5pPr>
              <a:defRPr lang="es-ES" sz="4000"/>
            </a:lvl5pPr>
          </a:lstStyle>
          <a:p>
            <a:pPr lvl="0" rtl="0"/>
            <a:r>
              <a:rPr lang="es-ES"/>
              <a:t>Haga clic para agregar texto</a:t>
            </a:r>
          </a:p>
        </p:txBody>
      </p:sp>
      <p:cxnSp>
        <p:nvCxnSpPr>
          <p:cNvPr id="7" name="Conector recto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sumen 2">
    <p:bg>
      <p:bgPr>
        <a:solidFill>
          <a:schemeClr val="tx1"/>
        </a:solidFill>
        <a:effectLst/>
      </p:bgPr>
    </p:bg>
    <p:spTree>
      <p:nvGrpSpPr>
        <p:cNvPr id="1" name=""/>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upo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orma libre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2" name="Forma libre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3" name="Forma libre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rtlCol="0" anchor="b" anchorCtr="0">
            <a:noAutofit/>
          </a:bodyPr>
          <a:lstStyle>
            <a:lvl1pPr>
              <a:defRPr lang="es-ES" sz="4400" b="1" i="0">
                <a:latin typeface="+mj-lt"/>
              </a:defRPr>
            </a:lvl1pPr>
          </a:lstStyle>
          <a:p>
            <a:pPr rtl="0"/>
            <a:r>
              <a:rPr lang="es-ES"/>
              <a:t>Haga clic para agregar un título </a:t>
            </a:r>
          </a:p>
        </p:txBody>
      </p:sp>
      <p:sp>
        <p:nvSpPr>
          <p:cNvPr id="2" name="Marcador de contenido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rtlCol="0">
            <a:normAutofit/>
          </a:bodyPr>
          <a:lstStyle>
            <a:lvl1pPr marL="283464" indent="-283464">
              <a:spcBef>
                <a:spcPts val="1800"/>
              </a:spcBef>
              <a:buFont typeface="Arial" panose="020B0604020202020204" pitchFamily="34" charset="0"/>
              <a:buChar char="•"/>
              <a:defRPr lang="es-ES" sz="2000"/>
            </a:lvl1pPr>
            <a:lvl2pPr indent="-283464">
              <a:spcBef>
                <a:spcPts val="1800"/>
              </a:spcBef>
              <a:defRPr lang="es-ES" sz="2000"/>
            </a:lvl2pPr>
            <a:lvl3pPr indent="-283464">
              <a:spcBef>
                <a:spcPts val="1800"/>
              </a:spcBef>
              <a:defRPr lang="es-ES" sz="2000"/>
            </a:lvl3pPr>
            <a:lvl4pPr indent="-283464">
              <a:spcBef>
                <a:spcPts val="1800"/>
              </a:spcBef>
              <a:defRPr lang="es-ES" sz="2000"/>
            </a:lvl4pPr>
            <a:lvl5pPr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8" name="Marcador de número de diapositiva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rtlCol="0"/>
          <a:lstStyle>
            <a:defPPr>
              <a:defRPr lang="es-ES"/>
            </a:defPPr>
            <a:lvl1pPr>
              <a:defRPr sz="1600"/>
            </a:lvl1pPr>
          </a:lstStyle>
          <a:p>
            <a:fld id="{294A09A9-5501-47C1-A89A-A340965A2BE2}" type="slidenum">
              <a:rPr lang="es-ES" smtClean="0"/>
              <a:pPr/>
              <a:t>‹Nº›</a:t>
            </a:fld>
            <a:endParaRPr lang="es-ES" dirty="0"/>
          </a:p>
        </p:txBody>
      </p:sp>
      <p:sp>
        <p:nvSpPr>
          <p:cNvPr id="5" name="Marcador de fecha 4">
            <a:extLst>
              <a:ext uri="{FF2B5EF4-FFF2-40B4-BE49-F238E27FC236}">
                <a16:creationId xmlns:a16="http://schemas.microsoft.com/office/drawing/2014/main" id="{E9272B8D-F380-9F1A-C8E6-BDD2352B1763}"/>
              </a:ext>
            </a:extLst>
          </p:cNvPr>
          <p:cNvSpPr>
            <a:spLocks noGrp="1"/>
          </p:cNvSpPr>
          <p:nvPr>
            <p:ph type="dt" sz="half" idx="21"/>
          </p:nvPr>
        </p:nvSpPr>
        <p:spPr/>
        <p:txBody>
          <a:bodyPr rtlCol="0"/>
          <a:lstStyle>
            <a:defPPr>
              <a:defRPr lang="es-ES"/>
            </a:defPPr>
          </a:lstStyle>
          <a:p>
            <a:pPr rtl="0"/>
            <a:endParaRPr lang="es-E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es-ES" sz="6000" b="1" i="0" spc="100" baseline="0">
                <a:solidFill>
                  <a:schemeClr val="bg1"/>
                </a:solidFill>
                <a:latin typeface="+mj-lt"/>
              </a:defRPr>
            </a:lvl1pPr>
          </a:lstStyle>
          <a:p>
            <a:pPr rtl="0"/>
            <a:r>
              <a:rPr lang="es-ES"/>
              <a:t>Haga clic para agregar un título </a:t>
            </a:r>
          </a:p>
        </p:txBody>
      </p:sp>
      <p:grpSp>
        <p:nvGrpSpPr>
          <p:cNvPr id="9" name="Gru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cxnSp>
        <p:nvCxnSpPr>
          <p:cNvPr id="13" name="Conector recto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rtlCol="0">
            <a:noAutofit/>
          </a:bodyPr>
          <a:lstStyle>
            <a:lvl1pPr marL="0" indent="0">
              <a:buNone/>
              <a:defRPr lang="es-ES" sz="2400" b="1" i="0">
                <a:solidFill>
                  <a:schemeClr val="tx2">
                    <a:lumMod val="75000"/>
                  </a:schemeClr>
                </a:solidFill>
                <a:latin typeface="+mn-lt"/>
              </a:defRPr>
            </a:lvl1pPr>
            <a:lvl2pPr>
              <a:defRPr lang="es-ES" sz="4000"/>
            </a:lvl2pPr>
            <a:lvl3pPr>
              <a:defRPr lang="es-ES" sz="4000"/>
            </a:lvl3pPr>
            <a:lvl4pPr>
              <a:defRPr lang="es-ES" sz="4000"/>
            </a:lvl4pPr>
            <a:lvl5pPr>
              <a:defRPr lang="es-ES" sz="4000"/>
            </a:lvl5pPr>
          </a:lstStyle>
          <a:p>
            <a:pPr lvl="0" rtl="0"/>
            <a:r>
              <a:rPr lang="es-ES"/>
              <a:t>Haga clic para agregar texto</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y dos contenidos 2">
    <p:bg>
      <p:bgPr>
        <a:solidFill>
          <a:schemeClr val="tx1"/>
        </a:solidFill>
        <a:effectLst/>
      </p:bgPr>
    </p:bg>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orma libre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3" name="Forma libre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4" name="Forma libre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sp>
        <p:nvSpPr>
          <p:cNvPr id="2" name="Marcador de contenido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rtlCol="0">
            <a:normAutofit/>
          </a:bodyPr>
          <a:lstStyle>
            <a:lvl1pPr marL="0" indent="0">
              <a:spcBef>
                <a:spcPts val="1800"/>
              </a:spcBef>
              <a:buFont typeface="Arial" panose="020B0604020202020204" pitchFamily="34" charset="0"/>
              <a:buNone/>
              <a:defRPr lang="es-ES" sz="2000"/>
            </a:lvl1pPr>
            <a:lvl2pPr marL="283464" indent="-283464">
              <a:spcBef>
                <a:spcPts val="1800"/>
              </a:spcBef>
              <a:defRPr lang="es-ES" sz="2000"/>
            </a:lvl2pPr>
            <a:lvl3pPr marL="594360" indent="-283464">
              <a:spcBef>
                <a:spcPts val="1800"/>
              </a:spcBef>
              <a:defRPr lang="es-ES" sz="2000"/>
            </a:lvl3pPr>
            <a:lvl4pPr marL="822960" indent="-283464">
              <a:spcBef>
                <a:spcPts val="1800"/>
              </a:spcBef>
              <a:defRPr lang="es-ES" sz="2000"/>
            </a:lvl4pPr>
            <a:lvl5pPr marL="1005840"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3" name="Marcador de contenido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rtlCol="0">
            <a:normAutofit/>
          </a:bodyPr>
          <a:lstStyle>
            <a:lvl1pPr marL="0" indent="0">
              <a:spcBef>
                <a:spcPts val="1800"/>
              </a:spcBef>
              <a:buFont typeface="Arial" panose="020B0604020202020204" pitchFamily="34" charset="0"/>
              <a:buNone/>
              <a:defRPr lang="es-ES" sz="2000"/>
            </a:lvl1pPr>
            <a:lvl2pPr marL="283464" indent="-283464">
              <a:spcBef>
                <a:spcPts val="1800"/>
              </a:spcBef>
              <a:defRPr lang="es-ES" sz="2000"/>
            </a:lvl2pPr>
            <a:lvl3pPr marL="548640" indent="-283464">
              <a:spcBef>
                <a:spcPts val="1800"/>
              </a:spcBef>
              <a:defRPr lang="es-ES" sz="2000"/>
            </a:lvl3pPr>
            <a:lvl4pPr marL="822960" indent="-283464">
              <a:spcBef>
                <a:spcPts val="1800"/>
              </a:spcBef>
              <a:defRPr lang="es-ES" sz="2000"/>
            </a:lvl4pPr>
            <a:lvl5pPr marL="1005840"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vl1pPr>
              <a:defRPr sz="1600"/>
            </a:lvl1pPr>
          </a:lstStyle>
          <a:p>
            <a:fld id="{294A09A9-5501-47C1-A89A-A340965A2BE2}" type="slidenum">
              <a:rPr lang="es-ES" smtClean="0"/>
              <a:pPr/>
              <a:t>‹Nº›</a:t>
            </a:fld>
            <a:endParaRPr lang="es-ES" dirty="0"/>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ítulo y contenido ">
    <p:bg>
      <p:bgPr>
        <a:solidFill>
          <a:schemeClr val="tx1"/>
        </a:solidFill>
        <a:effectLst/>
      </p:bgPr>
    </p:bg>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forma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3" name="Forma libre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4" name="Forma libre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8" name="Forma libre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es-ES"/>
              </a:defPPr>
            </a:lstStyle>
            <a:p>
              <a:pPr rtl="0"/>
              <a:endParaRPr lang="es-ES" dirty="0"/>
            </a:p>
          </p:txBody>
        </p:sp>
        <p:sp>
          <p:nvSpPr>
            <p:cNvPr id="19" name="Forma libre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Marcador de contenid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rtlCol="0">
            <a:normAutofit/>
          </a:bodyPr>
          <a:lstStyle>
            <a:lvl1pPr marL="457200" indent="-457200">
              <a:spcBef>
                <a:spcPts val="1800"/>
              </a:spcBef>
              <a:buFont typeface="+mj-lt"/>
              <a:buAutoNum type="arabicPeriod"/>
              <a:defRPr lang="es-ES" sz="2000"/>
            </a:lvl1pPr>
            <a:lvl2pPr marL="914400" indent="-457200">
              <a:spcBef>
                <a:spcPts val="1800"/>
              </a:spcBef>
              <a:buFont typeface="+mj-lt"/>
              <a:buAutoNum type="alphaLcPeriod"/>
              <a:defRPr lang="es-ES" sz="2000"/>
            </a:lvl2pPr>
            <a:lvl3pPr marL="1371600" indent="-457200">
              <a:spcBef>
                <a:spcPts val="1800"/>
              </a:spcBef>
              <a:buFont typeface="+mj-lt"/>
              <a:buAutoNum type="arabicParenR"/>
              <a:defRPr lang="es-ES" sz="2000"/>
            </a:lvl3pPr>
            <a:lvl4pPr marL="1371600" indent="0">
              <a:spcBef>
                <a:spcPts val="1800"/>
              </a:spcBef>
              <a:buFont typeface="+mj-lt"/>
              <a:buNone/>
              <a:defRPr lang="es-ES" sz="2000"/>
            </a:lvl4pPr>
            <a:lvl5pPr marL="2286000" indent="-457200">
              <a:spcBef>
                <a:spcPts val="1800"/>
              </a:spcBef>
              <a:buFont typeface="+mj-lt"/>
              <a:buAutoNum type="arabicPeriod"/>
              <a:defRPr lang="es-ES" sz="2000"/>
            </a:lvl5pPr>
          </a:lstStyle>
          <a:p>
            <a:pPr lvl="0" rtl="0"/>
            <a:r>
              <a:rPr lang="es-ES"/>
              <a:t>Haga clic para agregar contenido</a:t>
            </a:r>
          </a:p>
          <a:p>
            <a:pPr lvl="1" rtl="0"/>
            <a:r>
              <a:rPr lang="es-ES"/>
              <a:t>Segundo nivel</a:t>
            </a:r>
          </a:p>
          <a:p>
            <a:pPr lvl="2" rtl="0"/>
            <a:r>
              <a:rPr lang="es-ES"/>
              <a:t>Tercer nivel</a:t>
            </a:r>
          </a:p>
          <a:p>
            <a:pPr lvl="3" rtl="0"/>
            <a:endParaRPr lang="es-ES" dirty="0"/>
          </a:p>
        </p:txBody>
      </p:sp>
      <p:sp>
        <p:nvSpPr>
          <p:cNvPr id="2" name="Marcador de contenido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rtlCol="0">
            <a:normAutofit/>
          </a:bodyPr>
          <a:lstStyle>
            <a:lvl1pPr marL="0" indent="0">
              <a:spcBef>
                <a:spcPts val="1800"/>
              </a:spcBef>
              <a:buFont typeface="Arial" panose="020B0604020202020204" pitchFamily="34" charset="0"/>
              <a:buNone/>
              <a:defRPr lang="es-ES" sz="2000"/>
            </a:lvl1pPr>
            <a:lvl2pPr marL="283464" indent="-283464">
              <a:spcBef>
                <a:spcPts val="1800"/>
              </a:spcBef>
              <a:defRPr lang="es-ES" sz="2000"/>
            </a:lvl2pPr>
            <a:lvl3pPr marL="548640" indent="-283464">
              <a:spcBef>
                <a:spcPts val="1800"/>
              </a:spcBef>
              <a:defRPr lang="es-ES" sz="2000"/>
            </a:lvl3pPr>
            <a:lvl4pPr marL="822960" indent="-283464">
              <a:spcBef>
                <a:spcPts val="1800"/>
              </a:spcBef>
              <a:defRPr lang="es-ES" sz="2000"/>
            </a:lvl4pPr>
            <a:lvl5pPr marL="1005840"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vl1pPr>
              <a:defRPr sz="1600"/>
            </a:lvl1pPr>
          </a:lstStyle>
          <a:p>
            <a:fld id="{294A09A9-5501-47C1-A89A-A340965A2BE2}" type="slidenum">
              <a:rPr lang="es-ES" smtClean="0"/>
              <a:pPr/>
              <a:t>‹Nº›</a:t>
            </a:fld>
            <a:endParaRPr lang="es-ES" dirty="0"/>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ido e imagen del título">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sp>
        <p:nvSpPr>
          <p:cNvPr id="3" name="Marcador de contenido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rtlCol="0">
            <a:normAutofit/>
          </a:bodyPr>
          <a:lstStyle>
            <a:lvl1pPr marL="0" indent="0">
              <a:spcBef>
                <a:spcPts val="1800"/>
              </a:spcBef>
              <a:buFont typeface="Arial" panose="020B0604020202020204" pitchFamily="34" charset="0"/>
              <a:buNone/>
              <a:defRPr lang="es-ES" sz="2000"/>
            </a:lvl1pPr>
            <a:lvl2pPr indent="-283464">
              <a:spcBef>
                <a:spcPts val="1800"/>
              </a:spcBef>
              <a:defRPr lang="es-ES" sz="2000"/>
            </a:lvl2pPr>
            <a:lvl3pPr indent="-283464">
              <a:spcBef>
                <a:spcPts val="1800"/>
              </a:spcBef>
              <a:defRPr lang="es-ES" sz="2000"/>
            </a:lvl3pPr>
            <a:lvl4pPr indent="-283464">
              <a:spcBef>
                <a:spcPts val="1800"/>
              </a:spcBef>
              <a:defRPr lang="es-ES" sz="2000"/>
            </a:lvl4pPr>
            <a:lvl5pPr indent="-283464">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Marcador de posición de imagen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rtlCol="0">
            <a:normAutofit/>
          </a:bodyPr>
          <a:lstStyle>
            <a:lvl1pPr marL="0" indent="0" algn="ctr">
              <a:buNone/>
              <a:defRPr lang="es-ES" sz="2000">
                <a:solidFill>
                  <a:schemeClr val="bg1"/>
                </a:solidFill>
              </a:defRPr>
            </a:lvl1pPr>
          </a:lstStyle>
          <a:p>
            <a:pPr rtl="0"/>
            <a:r>
              <a:rPr lang="es-ES"/>
              <a:t>Haga clic en el icono para agregar una imagen</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stStyle>
          <a:p>
            <a:pPr rtl="0"/>
            <a:fld id="{294A09A9-5501-47C1-A89A-A340965A2BE2}" type="slidenum">
              <a:rPr lang="es-ES" smtClean="0"/>
              <a:pPr rtl="0"/>
              <a:t>‹Nº›</a:t>
            </a:fld>
            <a:endParaRPr lang="es-ES" dirty="0">
              <a:latin typeface="+mn-lt"/>
            </a:endParaRP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ido y tabla del título">
    <p:bg>
      <p:bgPr>
        <a:solidFill>
          <a:schemeClr val="tx1"/>
        </a:solidFill>
        <a:effectLst/>
      </p:bgPr>
    </p:bg>
    <p:spTree>
      <p:nvGrpSpPr>
        <p:cNvPr id="1" name=""/>
        <p:cNvGrpSpPr/>
        <p:nvPr/>
      </p:nvGrpSpPr>
      <p:grpSpPr>
        <a:xfrm>
          <a:off x="0" y="0"/>
          <a:ext cx="0" cy="0"/>
          <a:chOff x="0" y="0"/>
          <a:chExt cx="0" cy="0"/>
        </a:xfrm>
      </p:grpSpPr>
      <p:grpSp>
        <p:nvGrpSpPr>
          <p:cNvPr id="5" name="Grupo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orma libre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5" name="Forma libre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7" name="Forma libre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Marcador de contenid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rtlCol="0">
            <a:normAutofit/>
          </a:bodyPr>
          <a:lstStyle>
            <a:lvl1pPr marL="0" indent="0">
              <a:spcBef>
                <a:spcPts val="1800"/>
              </a:spcBef>
              <a:buFont typeface="Arial" panose="020B0604020202020204" pitchFamily="34" charset="0"/>
              <a:buNone/>
              <a:defRPr lang="es-ES" sz="2000"/>
            </a:lvl1pPr>
            <a:lvl2pPr marL="457200" indent="0">
              <a:spcBef>
                <a:spcPts val="1800"/>
              </a:spcBef>
              <a:buNone/>
              <a:defRPr lang="es-ES" sz="2000"/>
            </a:lvl2pPr>
            <a:lvl3pPr marL="914400" indent="0">
              <a:spcBef>
                <a:spcPts val="1800"/>
              </a:spcBef>
              <a:buNone/>
              <a:defRPr lang="es-ES" sz="2000"/>
            </a:lvl3pPr>
            <a:lvl4pPr marL="1371600" indent="0">
              <a:spcBef>
                <a:spcPts val="1800"/>
              </a:spcBef>
              <a:buNone/>
              <a:defRPr lang="es-ES" sz="2000"/>
            </a:lvl4pPr>
            <a:lvl5pPr marL="1828800" indent="0">
              <a:spcBef>
                <a:spcPts val="1800"/>
              </a:spcBef>
              <a:buNone/>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6" name="Marcador de contenido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rtlCol="0">
            <a:normAutofit/>
          </a:bodyPr>
          <a:lstStyle>
            <a:lvl1pPr marL="0" indent="0">
              <a:spcBef>
                <a:spcPts val="1800"/>
              </a:spcBef>
              <a:buNone/>
              <a:defRPr lang="es-ES" sz="2000"/>
            </a:lvl1pPr>
            <a:lvl2pPr>
              <a:spcBef>
                <a:spcPts val="600"/>
              </a:spcBef>
              <a:defRPr lang="es-ES" sz="2000"/>
            </a:lvl2pPr>
            <a:lvl3pPr>
              <a:spcBef>
                <a:spcPts val="1800"/>
              </a:spcBef>
              <a:defRPr lang="es-ES" sz="2000"/>
            </a:lvl3pPr>
            <a:lvl4pPr>
              <a:spcBef>
                <a:spcPts val="1800"/>
              </a:spcBef>
              <a:defRPr lang="es-ES" sz="2000"/>
            </a:lvl4pPr>
            <a:lvl5pPr>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vl1pPr>
              <a:defRPr sz="1600"/>
            </a:lvl1pPr>
          </a:lstStyle>
          <a:p>
            <a:fld id="{294A09A9-5501-47C1-A89A-A340965A2BE2}" type="slidenum">
              <a:rPr lang="es-ES" smtClean="0"/>
              <a:pPr/>
              <a:t>‹Nº›</a:t>
            </a:fld>
            <a:endParaRPr lang="es-ES" dirty="0"/>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y dos contenidos">
    <p:bg>
      <p:bgPr>
        <a:solidFill>
          <a:schemeClr val="tx1"/>
        </a:solidFill>
        <a:effectLst/>
      </p:bgPr>
    </p:bg>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orma libre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3" name="Forma libre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4" name="Forma libre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Marcador de contenido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rtlCol="0">
            <a:normAutofit/>
          </a:bodyPr>
          <a:lstStyle>
            <a:lvl1pPr marL="0" indent="0">
              <a:spcBef>
                <a:spcPts val="1800"/>
              </a:spcBef>
              <a:buNone/>
              <a:defRPr lang="es-ES" sz="2000"/>
            </a:lvl1pPr>
            <a:lvl2pPr>
              <a:spcBef>
                <a:spcPts val="600"/>
              </a:spcBef>
              <a:defRPr lang="es-ES" sz="2000"/>
            </a:lvl2pPr>
            <a:lvl3pPr>
              <a:spcBef>
                <a:spcPts val="1800"/>
              </a:spcBef>
              <a:defRPr lang="es-ES" sz="2000"/>
            </a:lvl3pPr>
            <a:lvl4pPr>
              <a:spcBef>
                <a:spcPts val="1800"/>
              </a:spcBef>
              <a:defRPr lang="es-ES" sz="2000"/>
            </a:lvl4pPr>
            <a:lvl5pPr>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7" name="Marcador de contenid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rtlCol="0">
            <a:normAutofit/>
          </a:bodyPr>
          <a:lstStyle>
            <a:lvl1pPr marL="342900" indent="-342900">
              <a:spcBef>
                <a:spcPts val="1800"/>
              </a:spcBef>
              <a:buFont typeface="Arial" panose="020B0604020202020204" pitchFamily="34" charset="0"/>
              <a:buChar char="•"/>
              <a:defRPr lang="es-ES" sz="2000"/>
            </a:lvl1pPr>
            <a:lvl2pPr>
              <a:spcBef>
                <a:spcPts val="1800"/>
              </a:spcBef>
              <a:defRPr lang="es-ES" sz="2000"/>
            </a:lvl2pPr>
            <a:lvl3pPr>
              <a:spcBef>
                <a:spcPts val="1800"/>
              </a:spcBef>
              <a:defRPr lang="es-ES" sz="2000"/>
            </a:lvl3pPr>
            <a:lvl4pPr>
              <a:spcBef>
                <a:spcPts val="1800"/>
              </a:spcBef>
              <a:defRPr lang="es-ES" sz="2000"/>
            </a:lvl4pPr>
            <a:lvl5pPr>
              <a:spcBef>
                <a:spcPts val="1800"/>
              </a:spcBef>
              <a:defRPr lang="es-ES" sz="20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vl1pPr>
              <a:defRPr sz="1600"/>
            </a:lvl1pPr>
          </a:lstStyle>
          <a:p>
            <a:fld id="{294A09A9-5501-47C1-A89A-A340965A2BE2}" type="slidenum">
              <a:rPr lang="es-ES" smtClean="0"/>
              <a:pPr/>
              <a:t>‹Nº›</a:t>
            </a:fld>
            <a:endParaRPr lang="es-ES" dirty="0"/>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a 2">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rtlCol="0" anchor="b" anchorCtr="0">
            <a:noAutofit/>
          </a:bodyPr>
          <a:lstStyle>
            <a:lvl1pPr>
              <a:defRPr lang="es-ES" sz="4400" b="1" i="0">
                <a:solidFill>
                  <a:schemeClr val="bg1"/>
                </a:solidFill>
                <a:latin typeface="+mj-lt"/>
              </a:defRPr>
            </a:lvl1pPr>
          </a:lstStyle>
          <a:p>
            <a:pPr rtl="0"/>
            <a:r>
              <a:rPr lang="es-ES"/>
              <a:t>Haga clic para agregar un título </a:t>
            </a:r>
          </a:p>
        </p:txBody>
      </p:sp>
      <p:sp>
        <p:nvSpPr>
          <p:cNvPr id="9" name="Marcador de posición de la tabla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rtlCol="0">
            <a:noAutofit/>
          </a:bodyPr>
          <a:lstStyle>
            <a:lvl1pPr>
              <a:defRPr lang="es-ES"/>
            </a:lvl1pPr>
          </a:lstStyle>
          <a:p>
            <a:pPr rtl="0"/>
            <a:r>
              <a:rPr lang="es-ES"/>
              <a:t>Haga clic en el icono para agregar una tabla</a:t>
            </a:r>
          </a:p>
        </p:txBody>
      </p:sp>
      <p:sp>
        <p:nvSpPr>
          <p:cNvPr id="10" name="Marcador de número de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es-ES"/>
            </a:defPPr>
            <a:lvl1pPr>
              <a:defRPr sz="1600"/>
            </a:lvl1pPr>
          </a:lstStyle>
          <a:p>
            <a:fld id="{294A09A9-5501-47C1-A89A-A340965A2BE2}" type="slidenum">
              <a:rPr lang="es-ES" smtClean="0"/>
              <a:pPr/>
              <a:t>‹Nº›</a:t>
            </a:fld>
            <a:endParaRPr lang="es-ES" dirty="0"/>
          </a:p>
        </p:txBody>
      </p:sp>
      <p:sp>
        <p:nvSpPr>
          <p:cNvPr id="8" name="Marcador de fech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es-ES"/>
            </a:defPPr>
          </a:lstStyle>
          <a:p>
            <a:pPr rtl="0"/>
            <a:endParaRPr lang="es-ES" dirty="0">
              <a:latin typeface="+mn-lt"/>
            </a:endParaRPr>
          </a:p>
        </p:txBody>
      </p:sp>
      <p:cxnSp>
        <p:nvCxnSpPr>
          <p:cNvPr id="4" name="Conector rec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ítulo 3">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rtlCol="0" anchor="b">
            <a:noAutofit/>
          </a:bodyPr>
          <a:lstStyle>
            <a:lvl1pPr algn="l">
              <a:lnSpc>
                <a:spcPct val="80000"/>
              </a:lnSpc>
              <a:defRPr lang="es-ES" sz="6000" b="1" i="0" spc="100" baseline="0">
                <a:solidFill>
                  <a:schemeClr val="bg1"/>
                </a:solidFill>
                <a:latin typeface="+mj-lt"/>
              </a:defRPr>
            </a:lvl1pPr>
          </a:lstStyle>
          <a:p>
            <a:pPr rtl="0"/>
            <a:r>
              <a:rPr lang="es-ES"/>
              <a:t>Haga clic para agregar un título </a:t>
            </a:r>
          </a:p>
        </p:txBody>
      </p:sp>
      <p:grpSp>
        <p:nvGrpSpPr>
          <p:cNvPr id="9" name="Gru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rtlCol="0">
            <a:noAutofit/>
          </a:bodyPr>
          <a:lstStyle>
            <a:lvl1pPr marL="0" indent="0">
              <a:buNone/>
              <a:defRPr lang="es-ES" sz="2400" b="1" i="0">
                <a:solidFill>
                  <a:schemeClr val="tx2">
                    <a:lumMod val="75000"/>
                  </a:schemeClr>
                </a:solidFill>
                <a:latin typeface="+mn-lt"/>
              </a:defRPr>
            </a:lvl1pPr>
            <a:lvl2pPr>
              <a:defRPr lang="es-ES" sz="4000"/>
            </a:lvl2pPr>
            <a:lvl3pPr>
              <a:defRPr lang="es-ES" sz="4000"/>
            </a:lvl3pPr>
            <a:lvl4pPr>
              <a:defRPr lang="es-ES" sz="4000"/>
            </a:lvl4pPr>
            <a:lvl5pPr>
              <a:defRPr lang="es-ES" sz="4000"/>
            </a:lvl5pPr>
          </a:lstStyle>
          <a:p>
            <a:pPr lvl="0" rtl="0"/>
            <a:r>
              <a:rPr lang="es-ES"/>
              <a:t>Haga clic para agregar texto</a:t>
            </a:r>
          </a:p>
        </p:txBody>
      </p:sp>
      <p:cxnSp>
        <p:nvCxnSpPr>
          <p:cNvPr id="4" name="Conector recto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defPPr>
              <a:defRPr lang="es-ES"/>
            </a:defPPr>
          </a:lstStyle>
          <a:p>
            <a:pPr rtl="0"/>
            <a:r>
              <a:rPr lang="es-ES"/>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lang="es-ES" sz="1100" b="0" i="0">
                <a:solidFill>
                  <a:schemeClr val="bg1"/>
                </a:solidFill>
                <a:latin typeface="+mn-lt"/>
              </a:defRPr>
            </a:lvl1pPr>
          </a:lstStyle>
          <a:p>
            <a:pPr rtl="0"/>
            <a:endParaRPr lang="es-ES" dirty="0">
              <a:latin typeface="+mn-lt"/>
            </a:endParaRPr>
          </a:p>
        </p:txBody>
      </p:sp>
      <p:sp>
        <p:nvSpPr>
          <p:cNvPr id="32" name="Marcador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lang="es-ES" sz="1100" b="1" i="0">
                <a:solidFill>
                  <a:schemeClr val="bg1"/>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hdr="0" ftr="0" dt="0"/>
  <p:txStyles>
    <p:titleStyle>
      <a:lvl1pPr algn="l" defTabSz="914400" rtl="0" eaLnBrk="1" latinLnBrk="0" hangingPunct="1">
        <a:lnSpc>
          <a:spcPct val="80000"/>
        </a:lnSpc>
        <a:spcBef>
          <a:spcPct val="0"/>
        </a:spcBef>
        <a:buNone/>
        <a:defRPr lang="es-ES" sz="4400" b="1" i="0" kern="1200" spc="100" baseline="0">
          <a:solidFill>
            <a:schemeClr val="bg1"/>
          </a:solidFill>
          <a:latin typeface="+mj-lt"/>
          <a:ea typeface="+mj-ea"/>
          <a:cs typeface="+mj-cs"/>
        </a:defRPr>
      </a:lvl1pPr>
      <a:lvl2pPr eaLnBrk="1" hangingPunct="1">
        <a:defRPr lang="es-ES">
          <a:solidFill>
            <a:schemeClr val="tx2"/>
          </a:solidFill>
        </a:defRPr>
      </a:lvl2pPr>
      <a:lvl3pPr eaLnBrk="1" hangingPunct="1">
        <a:defRPr lang="es-ES">
          <a:solidFill>
            <a:schemeClr val="tx2"/>
          </a:solidFill>
        </a:defRPr>
      </a:lvl3pPr>
      <a:lvl4pPr eaLnBrk="1" hangingPunct="1">
        <a:defRPr lang="es-ES">
          <a:solidFill>
            <a:schemeClr val="tx2"/>
          </a:solidFill>
        </a:defRPr>
      </a:lvl4pPr>
      <a:lvl5pPr eaLnBrk="1" hangingPunct="1">
        <a:defRPr lang="es-ES">
          <a:solidFill>
            <a:schemeClr val="tx2"/>
          </a:solidFill>
        </a:defRPr>
      </a:lvl5pPr>
      <a:lvl6pPr eaLnBrk="1" hangingPunct="1">
        <a:defRPr lang="es-ES">
          <a:solidFill>
            <a:schemeClr val="tx2"/>
          </a:solidFill>
        </a:defRPr>
      </a:lvl6pPr>
      <a:lvl7pPr eaLnBrk="1" hangingPunct="1">
        <a:defRPr lang="es-ES">
          <a:solidFill>
            <a:schemeClr val="tx2"/>
          </a:solidFill>
        </a:defRPr>
      </a:lvl7pPr>
      <a:lvl8pPr eaLnBrk="1" hangingPunct="1">
        <a:defRPr lang="es-ES">
          <a:solidFill>
            <a:schemeClr val="tx2"/>
          </a:solidFill>
        </a:defRPr>
      </a:lvl8pPr>
      <a:lvl9pPr eaLnBrk="1" hangingPunct="1">
        <a:defRPr lang="es-ES">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lang="es-ES"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lang="es-ES"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lang="es-ES"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lang="es-ES"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lang="es-ES"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B1D9D6-2977-ABCD-FDF8-51AFA5064E54}"/>
              </a:ext>
            </a:extLst>
          </p:cNvPr>
          <p:cNvSpPr>
            <a:spLocks noGrp="1"/>
          </p:cNvSpPr>
          <p:nvPr>
            <p:ph type="ctrTitle"/>
          </p:nvPr>
        </p:nvSpPr>
        <p:spPr>
          <a:xfrm>
            <a:off x="6309904" y="411479"/>
            <a:ext cx="5486400" cy="3291840"/>
          </a:xfrm>
        </p:spPr>
        <p:txBody>
          <a:bodyPr rtlCol="0"/>
          <a:lstStyle>
            <a:defPPr>
              <a:defRPr lang="es-ES"/>
            </a:defPPr>
          </a:lstStyle>
          <a:p>
            <a:pPr rtl="0"/>
            <a:r>
              <a:rPr lang="es-ES" sz="3600" dirty="0"/>
              <a:t>Implementación de una tienda online accesible incorporando un motor de recomendación de productos </a:t>
            </a:r>
          </a:p>
        </p:txBody>
      </p:sp>
      <p:pic>
        <p:nvPicPr>
          <p:cNvPr id="3" name="Imagen 2" descr="Logotipo&#10;&#10;Descripción generada automáticamente">
            <a:extLst>
              <a:ext uri="{FF2B5EF4-FFF2-40B4-BE49-F238E27FC236}">
                <a16:creationId xmlns:a16="http://schemas.microsoft.com/office/drawing/2014/main" id="{2117A308-2672-2911-B88D-3195222909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
        <p:nvSpPr>
          <p:cNvPr id="4" name="CuadroTexto 3">
            <a:extLst>
              <a:ext uri="{FF2B5EF4-FFF2-40B4-BE49-F238E27FC236}">
                <a16:creationId xmlns:a16="http://schemas.microsoft.com/office/drawing/2014/main" id="{1EEA0B30-0806-7C5E-B75C-18046522EA72}"/>
              </a:ext>
            </a:extLst>
          </p:cNvPr>
          <p:cNvSpPr txBox="1"/>
          <p:nvPr/>
        </p:nvSpPr>
        <p:spPr>
          <a:xfrm>
            <a:off x="6309904" y="4236222"/>
            <a:ext cx="5486400" cy="830997"/>
          </a:xfrm>
          <a:prstGeom prst="rect">
            <a:avLst/>
          </a:prstGeom>
          <a:noFill/>
        </p:spPr>
        <p:txBody>
          <a:bodyPr wrap="square" rtlCol="0">
            <a:spAutoFit/>
          </a:bodyPr>
          <a:lstStyle/>
          <a:p>
            <a:r>
              <a:rPr lang="es-ES" sz="2400" b="1" dirty="0">
                <a:solidFill>
                  <a:schemeClr val="bg1"/>
                </a:solidFill>
              </a:rPr>
              <a:t>Autor: Miguel Laloma</a:t>
            </a:r>
          </a:p>
          <a:p>
            <a:r>
              <a:rPr lang="es-ES" sz="2400" b="1" dirty="0">
                <a:solidFill>
                  <a:schemeClr val="bg1"/>
                </a:solidFill>
              </a:rPr>
              <a:t>Tutor: Guillermo de la Calle Velasco</a:t>
            </a:r>
          </a:p>
        </p:txBody>
      </p:sp>
    </p:spTree>
    <p:extLst>
      <p:ext uri="{BB962C8B-B14F-4D97-AF65-F5344CB8AC3E}">
        <p14:creationId xmlns:p14="http://schemas.microsoft.com/office/powerpoint/2010/main" val="1093944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rtlCol="0"/>
          <a:lstStyle>
            <a:defPPr>
              <a:defRPr lang="es-ES"/>
            </a:defPPr>
          </a:lstStyle>
          <a:p>
            <a:pPr rtl="0"/>
            <a:r>
              <a:rPr lang="es-ES" dirty="0"/>
              <a:t>Índice</a:t>
            </a:r>
          </a:p>
        </p:txBody>
      </p:sp>
      <p:sp>
        <p:nvSpPr>
          <p:cNvPr id="3" name="Marcador de texto 2">
            <a:extLst>
              <a:ext uri="{FF2B5EF4-FFF2-40B4-BE49-F238E27FC236}">
                <a16:creationId xmlns:a16="http://schemas.microsoft.com/office/drawing/2014/main" id="{3B8EBC2C-6DD7-5003-38EB-40753046FE8C}"/>
              </a:ext>
            </a:extLst>
          </p:cNvPr>
          <p:cNvSpPr>
            <a:spLocks noGrp="1"/>
          </p:cNvSpPr>
          <p:nvPr>
            <p:ph sz="quarter" idx="13"/>
          </p:nvPr>
        </p:nvSpPr>
        <p:spPr>
          <a:xfrm>
            <a:off x="593725" y="2281238"/>
            <a:ext cx="6788150" cy="3709987"/>
          </a:xfrm>
        </p:spPr>
        <p:txBody>
          <a:bodyPr tIns="457200" rtlCol="0"/>
          <a:lstStyle>
            <a:defPPr>
              <a:defRPr lang="es-ES"/>
            </a:defPPr>
          </a:lstStyle>
          <a:p>
            <a:pPr rtl="0"/>
            <a:r>
              <a:rPr lang="es-ES" dirty="0"/>
              <a:t>Introducción</a:t>
            </a:r>
          </a:p>
          <a:p>
            <a:pPr rtl="0"/>
            <a:r>
              <a:rPr lang="es-ES" dirty="0"/>
              <a:t>Gestión del proyecto</a:t>
            </a:r>
          </a:p>
          <a:p>
            <a:pPr rtl="0"/>
            <a:r>
              <a:rPr lang="es-ES" dirty="0"/>
              <a:t>Análisis</a:t>
            </a:r>
          </a:p>
          <a:p>
            <a:pPr rtl="0"/>
            <a:r>
              <a:rPr lang="es-ES" dirty="0"/>
              <a:t>Diseño e implementación</a:t>
            </a:r>
          </a:p>
          <a:p>
            <a:pPr rtl="0"/>
            <a:r>
              <a:rPr lang="es-ES" dirty="0"/>
              <a:t>Pruebas y validación</a:t>
            </a:r>
          </a:p>
          <a:p>
            <a:pPr rtl="0"/>
            <a:r>
              <a:rPr lang="es-ES" dirty="0"/>
              <a:t>Conclusiones y líneas futuras</a:t>
            </a:r>
          </a:p>
        </p:txBody>
      </p:sp>
      <p:sp>
        <p:nvSpPr>
          <p:cNvPr id="4" name="Marcador de número de diapositiva 3">
            <a:extLst>
              <a:ext uri="{FF2B5EF4-FFF2-40B4-BE49-F238E27FC236}">
                <a16:creationId xmlns:a16="http://schemas.microsoft.com/office/drawing/2014/main" id="{9AB34E5C-5C6C-215E-49DA-4F68AE5F06BF}"/>
              </a:ext>
            </a:extLst>
          </p:cNvPr>
          <p:cNvSpPr>
            <a:spLocks noGrp="1"/>
          </p:cNvSpPr>
          <p:nvPr>
            <p:ph type="sldNum" sz="quarter" idx="26"/>
          </p:nvPr>
        </p:nvSpPr>
        <p:spPr/>
        <p:txBody>
          <a:bodyPr/>
          <a:lstStyle/>
          <a:p>
            <a:pPr rtl="0"/>
            <a:fld id="{294A09A9-5501-47C1-A89A-A340965A2BE2}" type="slidenum">
              <a:rPr lang="es-ES" sz="1600" noProof="0" smtClean="0"/>
              <a:pPr rtl="0"/>
              <a:t>2</a:t>
            </a:fld>
            <a:endParaRPr lang="es-ES" sz="1600" noProof="0" dirty="0"/>
          </a:p>
        </p:txBody>
      </p:sp>
      <p:pic>
        <p:nvPicPr>
          <p:cNvPr id="6" name="Imagen 5" descr="Logotipo&#10;&#10;Descripción generada automáticamente">
            <a:extLst>
              <a:ext uri="{FF2B5EF4-FFF2-40B4-BE49-F238E27FC236}">
                <a16:creationId xmlns:a16="http://schemas.microsoft.com/office/drawing/2014/main" id="{0E628988-F75B-E301-27C4-C81CA6CDC1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3501558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sp>
        <p:nvSpPr>
          <p:cNvPr id="9" name="Título 8">
            <a:extLst>
              <a:ext uri="{FF2B5EF4-FFF2-40B4-BE49-F238E27FC236}">
                <a16:creationId xmlns:a16="http://schemas.microsoft.com/office/drawing/2014/main" id="{5AB6D40A-2A0A-AF3D-8CF7-3ECD37765637}"/>
              </a:ext>
            </a:extLst>
          </p:cNvPr>
          <p:cNvSpPr>
            <a:spLocks noGrp="1"/>
          </p:cNvSpPr>
          <p:nvPr>
            <p:ph type="ctrTitle"/>
          </p:nvPr>
        </p:nvSpPr>
        <p:spPr>
          <a:xfrm>
            <a:off x="6309904" y="411479"/>
            <a:ext cx="5486400" cy="3291840"/>
          </a:xfrm>
        </p:spPr>
        <p:txBody>
          <a:bodyPr rtlCol="0"/>
          <a:lstStyle>
            <a:defPPr>
              <a:defRPr lang="es-ES"/>
            </a:defPPr>
          </a:lstStyle>
          <a:p>
            <a:pPr rtl="0"/>
            <a:r>
              <a:rPr lang="es-ES" dirty="0"/>
              <a:t>Introducción</a:t>
            </a:r>
          </a:p>
        </p:txBody>
      </p:sp>
      <p:sp>
        <p:nvSpPr>
          <p:cNvPr id="3" name="Marcador de texto 2">
            <a:extLst>
              <a:ext uri="{FF2B5EF4-FFF2-40B4-BE49-F238E27FC236}">
                <a16:creationId xmlns:a16="http://schemas.microsoft.com/office/drawing/2014/main" id="{591442CD-A26D-1761-8CE7-8BC3075BB4ED}"/>
              </a:ext>
            </a:extLst>
          </p:cNvPr>
          <p:cNvSpPr>
            <a:spLocks noGrp="1"/>
          </p:cNvSpPr>
          <p:nvPr>
            <p:ph type="body" sz="quarter" idx="11"/>
          </p:nvPr>
        </p:nvSpPr>
        <p:spPr>
          <a:xfrm>
            <a:off x="6309905" y="4549552"/>
            <a:ext cx="5486400" cy="1645920"/>
          </a:xfrm>
        </p:spPr>
        <p:txBody>
          <a:bodyPr rtlCol="0">
            <a:normAutofit/>
          </a:bodyPr>
          <a:lstStyle>
            <a:defPPr>
              <a:defRPr lang="es-ES"/>
            </a:defPPr>
          </a:lstStyle>
          <a:p>
            <a:pPr rtl="0"/>
            <a:r>
              <a:rPr lang="es-ES" dirty="0"/>
              <a:t>Contexto y objetivos</a:t>
            </a:r>
          </a:p>
        </p:txBody>
      </p:sp>
      <p:pic>
        <p:nvPicPr>
          <p:cNvPr id="2" name="Imagen 1" descr="Logotipo&#10;&#10;Descripción generada automáticamente">
            <a:extLst>
              <a:ext uri="{FF2B5EF4-FFF2-40B4-BE49-F238E27FC236}">
                <a16:creationId xmlns:a16="http://schemas.microsoft.com/office/drawing/2014/main" id="{E561C574-2082-F3C1-668A-2D22D06A34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656935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0BF65-C84B-45C3-72CA-AFDA68851174}"/>
              </a:ext>
            </a:extLst>
          </p:cNvPr>
          <p:cNvSpPr>
            <a:spLocks noGrp="1"/>
          </p:cNvSpPr>
          <p:nvPr>
            <p:ph type="title"/>
          </p:nvPr>
        </p:nvSpPr>
        <p:spPr>
          <a:xfrm>
            <a:off x="594360" y="278129"/>
            <a:ext cx="9778365" cy="1494596"/>
          </a:xfrm>
        </p:spPr>
        <p:txBody>
          <a:bodyPr rtlCol="0" anchor="b">
            <a:normAutofit/>
          </a:bodyPr>
          <a:lstStyle>
            <a:defPPr>
              <a:defRPr lang="es-ES"/>
            </a:defPPr>
          </a:lstStyle>
          <a:p>
            <a:pPr rtl="0"/>
            <a:r>
              <a:rPr lang="es-ES" dirty="0"/>
              <a:t>Contexto del TFG</a:t>
            </a:r>
          </a:p>
        </p:txBody>
      </p:sp>
      <p:pic>
        <p:nvPicPr>
          <p:cNvPr id="6" name="Imagen 5">
            <a:extLst>
              <a:ext uri="{FF2B5EF4-FFF2-40B4-BE49-F238E27FC236}">
                <a16:creationId xmlns:a16="http://schemas.microsoft.com/office/drawing/2014/main" id="{0E628988-F75B-E301-27C4-C81CA6CDC10E}"/>
              </a:ext>
            </a:extLst>
          </p:cNvPr>
          <p:cNvPicPr>
            <a:picLocks noChangeAspect="1"/>
          </p:cNvPicPr>
          <p:nvPr/>
        </p:nvPicPr>
        <p:blipFill rotWithShape="1">
          <a:blip r:embed="rId3">
            <a:extLst>
              <a:ext uri="{28A0092B-C50C-407E-A947-70E740481C1C}">
                <a14:useLocalDpi xmlns:a14="http://schemas.microsoft.com/office/drawing/2010/main" val="0"/>
              </a:ext>
            </a:extLst>
          </a:blip>
          <a:srcRect l="-268" r="-266"/>
          <a:stretch/>
        </p:blipFill>
        <p:spPr>
          <a:xfrm>
            <a:off x="274320" y="2588711"/>
            <a:ext cx="5821680" cy="3597470"/>
          </a:xfrm>
          <a:prstGeom prst="rect">
            <a:avLst/>
          </a:prstGeom>
          <a:noFill/>
        </p:spPr>
      </p:pic>
      <p:pic>
        <p:nvPicPr>
          <p:cNvPr id="7" name="Imagen 6" descr="Diagrama, Texto, Dibujo de ingeniería&#10;&#10;Descripción generada automáticamente">
            <a:extLst>
              <a:ext uri="{FF2B5EF4-FFF2-40B4-BE49-F238E27FC236}">
                <a16:creationId xmlns:a16="http://schemas.microsoft.com/office/drawing/2014/main" id="{EB03BFE3-6C67-F281-F298-580CADE8ADB9}"/>
              </a:ext>
            </a:extLst>
          </p:cNvPr>
          <p:cNvPicPr>
            <a:picLocks noChangeAspect="1"/>
          </p:cNvPicPr>
          <p:nvPr/>
        </p:nvPicPr>
        <p:blipFill rotWithShape="1">
          <a:blip r:embed="rId4">
            <a:extLst>
              <a:ext uri="{28A0092B-C50C-407E-A947-70E740481C1C}">
                <a14:useLocalDpi xmlns:a14="http://schemas.microsoft.com/office/drawing/2010/main" val="0"/>
              </a:ext>
            </a:extLst>
          </a:blip>
          <a:srcRect t="3" r="-2" b="-228"/>
          <a:stretch/>
        </p:blipFill>
        <p:spPr>
          <a:xfrm>
            <a:off x="6929120" y="2404356"/>
            <a:ext cx="3957320" cy="3966179"/>
          </a:xfrm>
          <a:prstGeom prst="rect">
            <a:avLst/>
          </a:prstGeom>
          <a:noFill/>
        </p:spPr>
      </p:pic>
      <p:sp>
        <p:nvSpPr>
          <p:cNvPr id="4" name="Marcador de número de diapositiva 3">
            <a:extLst>
              <a:ext uri="{FF2B5EF4-FFF2-40B4-BE49-F238E27FC236}">
                <a16:creationId xmlns:a16="http://schemas.microsoft.com/office/drawing/2014/main" id="{9AB34E5C-5C6C-215E-49DA-4F68AE5F06BF}"/>
              </a:ext>
            </a:extLst>
          </p:cNvPr>
          <p:cNvSpPr>
            <a:spLocks noGrp="1"/>
          </p:cNvSpPr>
          <p:nvPr>
            <p:ph type="sldNum" sz="quarter" idx="12"/>
          </p:nvPr>
        </p:nvSpPr>
        <p:spPr>
          <a:xfrm>
            <a:off x="594360" y="6332220"/>
            <a:ext cx="523240" cy="247651"/>
          </a:xfrm>
        </p:spPr>
        <p:txBody>
          <a:bodyPr anchor="t">
            <a:normAutofit/>
          </a:bodyPr>
          <a:lstStyle/>
          <a:p>
            <a:pPr rtl="0">
              <a:spcAft>
                <a:spcPts val="600"/>
              </a:spcAft>
            </a:pPr>
            <a:fld id="{294A09A9-5501-47C1-A89A-A340965A2BE2}" type="slidenum">
              <a:rPr lang="es-ES" noProof="0" smtClean="0"/>
              <a:pPr rtl="0">
                <a:spcAft>
                  <a:spcPts val="600"/>
                </a:spcAft>
              </a:pPr>
              <a:t>4</a:t>
            </a:fld>
            <a:endParaRPr lang="es-ES" noProof="0" dirty="0"/>
          </a:p>
        </p:txBody>
      </p:sp>
      <p:pic>
        <p:nvPicPr>
          <p:cNvPr id="13" name="Imagen 12" descr="Logotipo&#10;&#10;Descripción generada automáticamente">
            <a:extLst>
              <a:ext uri="{FF2B5EF4-FFF2-40B4-BE49-F238E27FC236}">
                <a16:creationId xmlns:a16="http://schemas.microsoft.com/office/drawing/2014/main" id="{3389DC48-1043-930D-0D74-BBE068E3075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43084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rtlCol="0"/>
          <a:lstStyle>
            <a:defPPr>
              <a:defRPr lang="es-ES"/>
            </a:defPPr>
          </a:lstStyle>
          <a:p>
            <a:pPr rtl="0"/>
            <a:r>
              <a:rPr lang="es-ES" dirty="0"/>
              <a:t>Objetivos</a:t>
            </a:r>
          </a:p>
        </p:txBody>
      </p:sp>
      <p:sp>
        <p:nvSpPr>
          <p:cNvPr id="3" name="Marcador de texto 2">
            <a:extLst>
              <a:ext uri="{FF2B5EF4-FFF2-40B4-BE49-F238E27FC236}">
                <a16:creationId xmlns:a16="http://schemas.microsoft.com/office/drawing/2014/main" id="{3B8EBC2C-6DD7-5003-38EB-40753046FE8C}"/>
              </a:ext>
            </a:extLst>
          </p:cNvPr>
          <p:cNvSpPr>
            <a:spLocks noGrp="1"/>
          </p:cNvSpPr>
          <p:nvPr>
            <p:ph sz="quarter" idx="13"/>
          </p:nvPr>
        </p:nvSpPr>
        <p:spPr>
          <a:xfrm>
            <a:off x="593725" y="2281238"/>
            <a:ext cx="6788150" cy="3709987"/>
          </a:xfrm>
        </p:spPr>
        <p:txBody>
          <a:bodyPr tIns="457200" rtlCol="0"/>
          <a:lstStyle>
            <a:defPPr>
              <a:defRPr lang="es-ES"/>
            </a:defPPr>
          </a:lstStyle>
          <a:p>
            <a:pPr rtl="0"/>
            <a:r>
              <a:rPr lang="es-ES" dirty="0"/>
              <a:t>Desarrollo del </a:t>
            </a:r>
            <a:r>
              <a:rPr lang="es-ES" i="1" dirty="0"/>
              <a:t>Front-</a:t>
            </a:r>
            <a:r>
              <a:rPr lang="es-ES" i="1" dirty="0" err="1"/>
              <a:t>end</a:t>
            </a:r>
            <a:r>
              <a:rPr lang="es-ES" dirty="0"/>
              <a:t> utilizando </a:t>
            </a:r>
            <a:r>
              <a:rPr lang="es-ES" i="1" dirty="0"/>
              <a:t>WordPress</a:t>
            </a:r>
          </a:p>
          <a:p>
            <a:pPr rtl="0"/>
            <a:r>
              <a:rPr lang="es-ES" dirty="0"/>
              <a:t>Cumplimiento de los criterios de accesibilidad web</a:t>
            </a:r>
          </a:p>
          <a:p>
            <a:pPr rtl="0"/>
            <a:r>
              <a:rPr lang="es-ES" dirty="0"/>
              <a:t>Desarrollo de un motor de recomendación de productos</a:t>
            </a:r>
          </a:p>
          <a:p>
            <a:pPr rtl="0"/>
            <a:r>
              <a:rPr lang="es-ES" dirty="0"/>
              <a:t>Implementación de un asistente virtual</a:t>
            </a:r>
          </a:p>
        </p:txBody>
      </p:sp>
      <p:sp>
        <p:nvSpPr>
          <p:cNvPr id="4" name="Marcador de número de diapositiva 3">
            <a:extLst>
              <a:ext uri="{FF2B5EF4-FFF2-40B4-BE49-F238E27FC236}">
                <a16:creationId xmlns:a16="http://schemas.microsoft.com/office/drawing/2014/main" id="{9AB34E5C-5C6C-215E-49DA-4F68AE5F06BF}"/>
              </a:ext>
            </a:extLst>
          </p:cNvPr>
          <p:cNvSpPr>
            <a:spLocks noGrp="1"/>
          </p:cNvSpPr>
          <p:nvPr>
            <p:ph type="sldNum" sz="quarter" idx="26"/>
          </p:nvPr>
        </p:nvSpPr>
        <p:spPr/>
        <p:txBody>
          <a:bodyPr/>
          <a:lstStyle/>
          <a:p>
            <a:pPr rtl="0"/>
            <a:fld id="{294A09A9-5501-47C1-A89A-A340965A2BE2}" type="slidenum">
              <a:rPr lang="es-ES" noProof="0" smtClean="0"/>
              <a:pPr rtl="0"/>
              <a:t>5</a:t>
            </a:fld>
            <a:endParaRPr lang="es-ES" noProof="0" dirty="0"/>
          </a:p>
        </p:txBody>
      </p:sp>
      <p:pic>
        <p:nvPicPr>
          <p:cNvPr id="6" name="Imagen 5" descr="Logotipo&#10;&#10;Descripción generada automáticamente">
            <a:extLst>
              <a:ext uri="{FF2B5EF4-FFF2-40B4-BE49-F238E27FC236}">
                <a16:creationId xmlns:a16="http://schemas.microsoft.com/office/drawing/2014/main" id="{0E628988-F75B-E301-27C4-C81CA6CDC1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2395030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sp>
        <p:nvSpPr>
          <p:cNvPr id="9" name="Título 8">
            <a:extLst>
              <a:ext uri="{FF2B5EF4-FFF2-40B4-BE49-F238E27FC236}">
                <a16:creationId xmlns:a16="http://schemas.microsoft.com/office/drawing/2014/main" id="{5AB6D40A-2A0A-AF3D-8CF7-3ECD37765637}"/>
              </a:ext>
            </a:extLst>
          </p:cNvPr>
          <p:cNvSpPr>
            <a:spLocks noGrp="1"/>
          </p:cNvSpPr>
          <p:nvPr>
            <p:ph type="ctrTitle"/>
          </p:nvPr>
        </p:nvSpPr>
        <p:spPr>
          <a:xfrm>
            <a:off x="6309904" y="411479"/>
            <a:ext cx="5486400" cy="3291840"/>
          </a:xfrm>
        </p:spPr>
        <p:txBody>
          <a:bodyPr rtlCol="0"/>
          <a:lstStyle>
            <a:defPPr>
              <a:defRPr lang="es-ES"/>
            </a:defPPr>
          </a:lstStyle>
          <a:p>
            <a:pPr rtl="0"/>
            <a:r>
              <a:rPr lang="es-ES" dirty="0"/>
              <a:t>Gestión del proyecto</a:t>
            </a:r>
          </a:p>
        </p:txBody>
      </p:sp>
      <p:sp>
        <p:nvSpPr>
          <p:cNvPr id="3" name="Marcador de texto 2">
            <a:extLst>
              <a:ext uri="{FF2B5EF4-FFF2-40B4-BE49-F238E27FC236}">
                <a16:creationId xmlns:a16="http://schemas.microsoft.com/office/drawing/2014/main" id="{591442CD-A26D-1761-8CE7-8BC3075BB4ED}"/>
              </a:ext>
            </a:extLst>
          </p:cNvPr>
          <p:cNvSpPr>
            <a:spLocks noGrp="1"/>
          </p:cNvSpPr>
          <p:nvPr>
            <p:ph type="body" sz="quarter" idx="11"/>
          </p:nvPr>
        </p:nvSpPr>
        <p:spPr>
          <a:xfrm>
            <a:off x="6309905" y="4549552"/>
            <a:ext cx="5486400" cy="1645920"/>
          </a:xfrm>
        </p:spPr>
        <p:txBody>
          <a:bodyPr rtlCol="0">
            <a:normAutofit/>
          </a:bodyPr>
          <a:lstStyle>
            <a:defPPr>
              <a:defRPr lang="es-ES"/>
            </a:defPPr>
          </a:lstStyle>
          <a:p>
            <a:pPr rtl="0"/>
            <a:r>
              <a:rPr lang="es-ES" dirty="0"/>
              <a:t>Metodologías y planificación</a:t>
            </a:r>
          </a:p>
        </p:txBody>
      </p:sp>
      <p:pic>
        <p:nvPicPr>
          <p:cNvPr id="2" name="Imagen 1" descr="Logotipo&#10;&#10;Descripción generada automáticamente">
            <a:extLst>
              <a:ext uri="{FF2B5EF4-FFF2-40B4-BE49-F238E27FC236}">
                <a16:creationId xmlns:a16="http://schemas.microsoft.com/office/drawing/2014/main" id="{E561C574-2082-F3C1-668A-2D22D06A34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2457403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0BF65-C84B-45C3-72CA-AFDA68851174}"/>
              </a:ext>
            </a:extLst>
          </p:cNvPr>
          <p:cNvSpPr>
            <a:spLocks noGrp="1"/>
          </p:cNvSpPr>
          <p:nvPr>
            <p:ph type="title"/>
          </p:nvPr>
        </p:nvSpPr>
        <p:spPr>
          <a:xfrm>
            <a:off x="575310" y="278129"/>
            <a:ext cx="5063490" cy="2354026"/>
          </a:xfrm>
        </p:spPr>
        <p:txBody>
          <a:bodyPr rtlCol="0" anchor="b">
            <a:normAutofit/>
          </a:bodyPr>
          <a:lstStyle>
            <a:defPPr>
              <a:defRPr lang="es-ES"/>
            </a:defPPr>
          </a:lstStyle>
          <a:p>
            <a:pPr rtl="0"/>
            <a:r>
              <a:rPr lang="es-ES" dirty="0"/>
              <a:t>Modelo del ciclo de vida</a:t>
            </a:r>
          </a:p>
        </p:txBody>
      </p:sp>
      <p:sp>
        <p:nvSpPr>
          <p:cNvPr id="13" name="Content Placeholder 2">
            <a:extLst>
              <a:ext uri="{FF2B5EF4-FFF2-40B4-BE49-F238E27FC236}">
                <a16:creationId xmlns:a16="http://schemas.microsoft.com/office/drawing/2014/main" id="{EAACD26D-41A2-34D4-148A-5C2B95B10E8A}"/>
              </a:ext>
            </a:extLst>
          </p:cNvPr>
          <p:cNvSpPr>
            <a:spLocks noGrp="1"/>
          </p:cNvSpPr>
          <p:nvPr>
            <p:ph sz="quarter" idx="16"/>
          </p:nvPr>
        </p:nvSpPr>
        <p:spPr>
          <a:xfrm>
            <a:off x="594360" y="3279579"/>
            <a:ext cx="5044440" cy="2994415"/>
          </a:xfrm>
        </p:spPr>
        <p:txBody>
          <a:bodyPr/>
          <a:lstStyle/>
          <a:p>
            <a:pPr marL="283464" marR="0" lvl="0" indent="-283464" algn="l" defTabSz="914400" rtl="0" eaLnBrk="1" fontAlgn="auto" latinLnBrk="0" hangingPunct="1">
              <a:lnSpc>
                <a:spcPct val="80000"/>
              </a:lnSpc>
              <a:spcBef>
                <a:spcPts val="2200"/>
              </a:spcBef>
              <a:spcAft>
                <a:spcPts val="0"/>
              </a:spcAft>
              <a:buClrTx/>
              <a:buSzTx/>
              <a:buFont typeface="Arial" panose="020B0604020202020204" pitchFamily="34" charset="0"/>
              <a:buChar char="•"/>
              <a:tabLst/>
              <a:defRPr/>
            </a:pPr>
            <a:r>
              <a:rPr lang="es-ES" sz="2400" b="1">
                <a:solidFill>
                  <a:schemeClr val="tx2">
                    <a:lumMod val="75000"/>
                  </a:schemeClr>
                </a:solidFill>
              </a:rPr>
              <a:t>Metodología en cascada</a:t>
            </a:r>
          </a:p>
          <a:p>
            <a:pPr marL="283464" marR="0" lvl="0" indent="-283464" algn="l" defTabSz="914400" rtl="0" eaLnBrk="1" fontAlgn="auto" latinLnBrk="0" hangingPunct="1">
              <a:lnSpc>
                <a:spcPct val="80000"/>
              </a:lnSpc>
              <a:spcBef>
                <a:spcPts val="2200"/>
              </a:spcBef>
              <a:spcAft>
                <a:spcPts val="0"/>
              </a:spcAft>
              <a:buClrTx/>
              <a:buSzTx/>
              <a:buFont typeface="Arial" panose="020B0604020202020204" pitchFamily="34" charset="0"/>
              <a:buChar char="•"/>
              <a:tabLst/>
              <a:defRPr/>
            </a:pPr>
            <a:r>
              <a:rPr lang="es-ES" sz="2400" b="1">
                <a:solidFill>
                  <a:schemeClr val="tx2">
                    <a:lumMod val="75000"/>
                  </a:schemeClr>
                </a:solidFill>
              </a:rPr>
              <a:t>Metodología incremental</a:t>
            </a:r>
            <a:endParaRPr lang="es-ES" sz="2400" b="1" dirty="0">
              <a:solidFill>
                <a:schemeClr val="tx2">
                  <a:lumMod val="75000"/>
                </a:schemeClr>
              </a:solidFill>
            </a:endParaRPr>
          </a:p>
        </p:txBody>
      </p:sp>
      <p:sp>
        <p:nvSpPr>
          <p:cNvPr id="4" name="Marcador de número de diapositiva 3">
            <a:extLst>
              <a:ext uri="{FF2B5EF4-FFF2-40B4-BE49-F238E27FC236}">
                <a16:creationId xmlns:a16="http://schemas.microsoft.com/office/drawing/2014/main" id="{9AB34E5C-5C6C-215E-49DA-4F68AE5F06BF}"/>
              </a:ext>
            </a:extLst>
          </p:cNvPr>
          <p:cNvSpPr>
            <a:spLocks noGrp="1"/>
          </p:cNvSpPr>
          <p:nvPr>
            <p:ph type="sldNum" sz="quarter" idx="12"/>
          </p:nvPr>
        </p:nvSpPr>
        <p:spPr>
          <a:xfrm>
            <a:off x="594360" y="6332220"/>
            <a:ext cx="523240" cy="247651"/>
          </a:xfrm>
        </p:spPr>
        <p:txBody>
          <a:bodyPr anchor="t">
            <a:normAutofit/>
          </a:bodyPr>
          <a:lstStyle/>
          <a:p>
            <a:pPr rtl="0">
              <a:spcAft>
                <a:spcPts val="600"/>
              </a:spcAft>
            </a:pPr>
            <a:fld id="{294A09A9-5501-47C1-A89A-A340965A2BE2}" type="slidenum">
              <a:rPr lang="es-ES" noProof="0" smtClean="0"/>
              <a:pPr rtl="0">
                <a:spcAft>
                  <a:spcPts val="600"/>
                </a:spcAft>
              </a:pPr>
              <a:t>7</a:t>
            </a:fld>
            <a:endParaRPr lang="es-ES" noProof="0"/>
          </a:p>
        </p:txBody>
      </p:sp>
      <p:pic>
        <p:nvPicPr>
          <p:cNvPr id="14" name="Imagen 13" descr="Imagen que contiene rueda, lego, hidrante&#10;&#10;Descripción generada automáticamente">
            <a:extLst>
              <a:ext uri="{FF2B5EF4-FFF2-40B4-BE49-F238E27FC236}">
                <a16:creationId xmlns:a16="http://schemas.microsoft.com/office/drawing/2014/main" id="{5201D872-239A-67F0-C456-FF82ACBC96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6949" y="0"/>
            <a:ext cx="6115051" cy="6858000"/>
          </a:xfrm>
          <a:prstGeom prst="rect">
            <a:avLst/>
          </a:prstGeom>
        </p:spPr>
      </p:pic>
      <p:pic>
        <p:nvPicPr>
          <p:cNvPr id="15" name="Imagen 14" descr="Logotipo&#10;&#10;Descripción generada automáticamente">
            <a:extLst>
              <a:ext uri="{FF2B5EF4-FFF2-40B4-BE49-F238E27FC236}">
                <a16:creationId xmlns:a16="http://schemas.microsoft.com/office/drawing/2014/main" id="{F066058C-E1B6-1C1D-D6D8-38E134D28B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3399300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B8CE60-587E-1D5C-8B50-ED3441BA49CE}"/>
              </a:ext>
            </a:extLst>
          </p:cNvPr>
          <p:cNvSpPr>
            <a:spLocks noGrp="1"/>
          </p:cNvSpPr>
          <p:nvPr>
            <p:ph type="title"/>
          </p:nvPr>
        </p:nvSpPr>
        <p:spPr>
          <a:xfrm>
            <a:off x="594360" y="102875"/>
            <a:ext cx="10873740" cy="1680205"/>
          </a:xfrm>
        </p:spPr>
        <p:txBody>
          <a:bodyPr rtlCol="0" anchor="b">
            <a:normAutofit/>
          </a:bodyPr>
          <a:lstStyle>
            <a:defPPr>
              <a:defRPr lang="es-ES"/>
            </a:defPPr>
          </a:lstStyle>
          <a:p>
            <a:pPr rtl="0"/>
            <a:r>
              <a:rPr lang="es-ES" dirty="0"/>
              <a:t>Planificación I: Diagrama de Gantt</a:t>
            </a:r>
          </a:p>
        </p:txBody>
      </p:sp>
      <p:sp>
        <p:nvSpPr>
          <p:cNvPr id="11" name="Slide Number Placeholder 4">
            <a:extLst>
              <a:ext uri="{FF2B5EF4-FFF2-40B4-BE49-F238E27FC236}">
                <a16:creationId xmlns:a16="http://schemas.microsoft.com/office/drawing/2014/main" id="{4FA9B54A-6515-71A9-C662-B633FBD80492}"/>
              </a:ext>
            </a:extLst>
          </p:cNvPr>
          <p:cNvSpPr>
            <a:spLocks noGrp="1"/>
          </p:cNvSpPr>
          <p:nvPr>
            <p:ph type="sldNum" sz="quarter" idx="22"/>
          </p:nvPr>
        </p:nvSpPr>
        <p:spPr>
          <a:xfrm>
            <a:off x="594360" y="6332220"/>
            <a:ext cx="523240" cy="247651"/>
          </a:xfrm>
        </p:spPr>
        <p:txBody>
          <a:bodyPr anchor="t">
            <a:normAutofit/>
          </a:bodyPr>
          <a:lstStyle/>
          <a:p>
            <a:pPr rtl="0">
              <a:spcAft>
                <a:spcPts val="600"/>
              </a:spcAft>
            </a:pPr>
            <a:fld id="{294A09A9-5501-47C1-A89A-A340965A2BE2}" type="slidenum">
              <a:rPr lang="es-ES" smtClean="0"/>
              <a:pPr rtl="0">
                <a:spcAft>
                  <a:spcPts val="600"/>
                </a:spcAft>
              </a:pPr>
              <a:t>8</a:t>
            </a:fld>
            <a:endParaRPr lang="es-ES"/>
          </a:p>
        </p:txBody>
      </p:sp>
      <p:pic>
        <p:nvPicPr>
          <p:cNvPr id="25" name="Imagen 24" descr="Logotipo&#10;&#10;Descripción generada automáticamente">
            <a:extLst>
              <a:ext uri="{FF2B5EF4-FFF2-40B4-BE49-F238E27FC236}">
                <a16:creationId xmlns:a16="http://schemas.microsoft.com/office/drawing/2014/main" id="{AADC53BE-DE5B-B10D-FC99-AE18D1D6B0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pic>
        <p:nvPicPr>
          <p:cNvPr id="6" name="Marcador de contenido 5">
            <a:extLst>
              <a:ext uri="{FF2B5EF4-FFF2-40B4-BE49-F238E27FC236}">
                <a16:creationId xmlns:a16="http://schemas.microsoft.com/office/drawing/2014/main" id="{E8840D8D-D90E-D997-250E-F18EF4CC6A5F}"/>
              </a:ext>
            </a:extLst>
          </p:cNvPr>
          <p:cNvPicPr>
            <a:picLocks noGrp="1" noChangeAspect="1"/>
          </p:cNvPicPr>
          <p:nvPr>
            <p:ph sz="quarter" idx="13"/>
          </p:nvPr>
        </p:nvPicPr>
        <p:blipFill>
          <a:blip r:embed="rId4"/>
          <a:stretch>
            <a:fillRect/>
          </a:stretch>
        </p:blipFill>
        <p:spPr>
          <a:xfrm>
            <a:off x="1117600" y="3093941"/>
            <a:ext cx="10350500" cy="1666177"/>
          </a:xfrm>
        </p:spPr>
      </p:pic>
    </p:spTree>
    <p:extLst>
      <p:ext uri="{BB962C8B-B14F-4D97-AF65-F5344CB8AC3E}">
        <p14:creationId xmlns:p14="http://schemas.microsoft.com/office/powerpoint/2010/main" val="1594464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rtlCol="0"/>
          <a:lstStyle>
            <a:defPPr>
              <a:defRPr lang="es-ES"/>
            </a:defPPr>
          </a:lstStyle>
          <a:p>
            <a:pPr rtl="0"/>
            <a:r>
              <a:rPr lang="es-ES" dirty="0"/>
              <a:t>Planificación II: Tareas</a:t>
            </a:r>
          </a:p>
        </p:txBody>
      </p:sp>
      <p:sp>
        <p:nvSpPr>
          <p:cNvPr id="3" name="Marcador de texto 2">
            <a:extLst>
              <a:ext uri="{FF2B5EF4-FFF2-40B4-BE49-F238E27FC236}">
                <a16:creationId xmlns:a16="http://schemas.microsoft.com/office/drawing/2014/main" id="{3B8EBC2C-6DD7-5003-38EB-40753046FE8C}"/>
              </a:ext>
            </a:extLst>
          </p:cNvPr>
          <p:cNvSpPr>
            <a:spLocks noGrp="1"/>
          </p:cNvSpPr>
          <p:nvPr>
            <p:ph sz="quarter" idx="13"/>
          </p:nvPr>
        </p:nvSpPr>
        <p:spPr>
          <a:xfrm>
            <a:off x="593724" y="2281238"/>
            <a:ext cx="6863715" cy="3709987"/>
          </a:xfrm>
        </p:spPr>
        <p:txBody>
          <a:bodyPr tIns="457200" rtlCol="0">
            <a:normAutofit/>
          </a:bodyPr>
          <a:lstStyle>
            <a:defPPr>
              <a:defRPr lang="es-ES"/>
            </a:defPPr>
          </a:lstStyle>
          <a:p>
            <a:pPr rtl="0"/>
            <a:r>
              <a:rPr lang="es-ES" dirty="0"/>
              <a:t>T0 – Comienzo del proyecto</a:t>
            </a:r>
            <a:endParaRPr lang="es-ES" i="1" dirty="0"/>
          </a:p>
          <a:p>
            <a:pPr rtl="0"/>
            <a:r>
              <a:rPr lang="es-ES" dirty="0"/>
              <a:t>T1 – Importación de los datos</a:t>
            </a:r>
          </a:p>
          <a:p>
            <a:pPr rtl="0"/>
            <a:r>
              <a:rPr lang="es-ES" dirty="0"/>
              <a:t>T2 – Creación de la web</a:t>
            </a:r>
          </a:p>
          <a:p>
            <a:pPr rtl="0"/>
            <a:r>
              <a:rPr lang="es-ES" dirty="0"/>
              <a:t>T3 – Creación del motor de recomendación</a:t>
            </a:r>
          </a:p>
          <a:p>
            <a:pPr rtl="0"/>
            <a:r>
              <a:rPr lang="es-ES" dirty="0"/>
              <a:t>T4 – Creación del asistente virtual</a:t>
            </a:r>
          </a:p>
          <a:p>
            <a:pPr rtl="0"/>
            <a:r>
              <a:rPr lang="es-ES" dirty="0"/>
              <a:t>TF – Finalización del proyecto</a:t>
            </a:r>
          </a:p>
        </p:txBody>
      </p:sp>
      <p:sp>
        <p:nvSpPr>
          <p:cNvPr id="4" name="Marcador de número de diapositiva 3">
            <a:extLst>
              <a:ext uri="{FF2B5EF4-FFF2-40B4-BE49-F238E27FC236}">
                <a16:creationId xmlns:a16="http://schemas.microsoft.com/office/drawing/2014/main" id="{9AB34E5C-5C6C-215E-49DA-4F68AE5F06BF}"/>
              </a:ext>
            </a:extLst>
          </p:cNvPr>
          <p:cNvSpPr>
            <a:spLocks noGrp="1"/>
          </p:cNvSpPr>
          <p:nvPr>
            <p:ph type="sldNum" sz="quarter" idx="26"/>
          </p:nvPr>
        </p:nvSpPr>
        <p:spPr/>
        <p:txBody>
          <a:bodyPr/>
          <a:lstStyle/>
          <a:p>
            <a:pPr rtl="0"/>
            <a:fld id="{294A09A9-5501-47C1-A89A-A340965A2BE2}" type="slidenum">
              <a:rPr lang="es-ES" noProof="0" smtClean="0"/>
              <a:pPr rtl="0"/>
              <a:t>9</a:t>
            </a:fld>
            <a:endParaRPr lang="es-ES" noProof="0" dirty="0"/>
          </a:p>
        </p:txBody>
      </p:sp>
      <p:pic>
        <p:nvPicPr>
          <p:cNvPr id="6" name="Imagen 5" descr="Logotipo&#10;&#10;Descripción generada automáticamente">
            <a:extLst>
              <a:ext uri="{FF2B5EF4-FFF2-40B4-BE49-F238E27FC236}">
                <a16:creationId xmlns:a16="http://schemas.microsoft.com/office/drawing/2014/main" id="{0E628988-F75B-E301-27C4-C81CA6CDC1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3553521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sp>
        <p:nvSpPr>
          <p:cNvPr id="9" name="Título 8">
            <a:extLst>
              <a:ext uri="{FF2B5EF4-FFF2-40B4-BE49-F238E27FC236}">
                <a16:creationId xmlns:a16="http://schemas.microsoft.com/office/drawing/2014/main" id="{5AB6D40A-2A0A-AF3D-8CF7-3ECD37765637}"/>
              </a:ext>
            </a:extLst>
          </p:cNvPr>
          <p:cNvSpPr>
            <a:spLocks noGrp="1"/>
          </p:cNvSpPr>
          <p:nvPr>
            <p:ph type="ctrTitle"/>
          </p:nvPr>
        </p:nvSpPr>
        <p:spPr>
          <a:xfrm>
            <a:off x="6309904" y="411479"/>
            <a:ext cx="5486400" cy="3291840"/>
          </a:xfrm>
        </p:spPr>
        <p:txBody>
          <a:bodyPr rtlCol="0"/>
          <a:lstStyle>
            <a:defPPr>
              <a:defRPr lang="es-ES"/>
            </a:defPPr>
          </a:lstStyle>
          <a:p>
            <a:pPr rtl="0"/>
            <a:r>
              <a:rPr lang="es-ES" dirty="0"/>
              <a:t>Análisis</a:t>
            </a:r>
          </a:p>
        </p:txBody>
      </p:sp>
      <p:sp>
        <p:nvSpPr>
          <p:cNvPr id="3" name="Marcador de texto 2">
            <a:extLst>
              <a:ext uri="{FF2B5EF4-FFF2-40B4-BE49-F238E27FC236}">
                <a16:creationId xmlns:a16="http://schemas.microsoft.com/office/drawing/2014/main" id="{591442CD-A26D-1761-8CE7-8BC3075BB4ED}"/>
              </a:ext>
            </a:extLst>
          </p:cNvPr>
          <p:cNvSpPr>
            <a:spLocks noGrp="1"/>
          </p:cNvSpPr>
          <p:nvPr>
            <p:ph type="body" sz="quarter" idx="11"/>
          </p:nvPr>
        </p:nvSpPr>
        <p:spPr>
          <a:xfrm>
            <a:off x="6309905" y="4549552"/>
            <a:ext cx="5486400" cy="1645920"/>
          </a:xfrm>
        </p:spPr>
        <p:txBody>
          <a:bodyPr rtlCol="0">
            <a:normAutofit/>
          </a:bodyPr>
          <a:lstStyle>
            <a:defPPr>
              <a:defRPr lang="es-ES"/>
            </a:defPPr>
          </a:lstStyle>
          <a:p>
            <a:pPr rtl="0"/>
            <a:r>
              <a:rPr lang="es-ES" dirty="0"/>
              <a:t>Análisis previo del sistema</a:t>
            </a:r>
          </a:p>
        </p:txBody>
      </p:sp>
      <p:pic>
        <p:nvPicPr>
          <p:cNvPr id="2" name="Imagen 1" descr="Logotipo&#10;&#10;Descripción generada automáticamente">
            <a:extLst>
              <a:ext uri="{FF2B5EF4-FFF2-40B4-BE49-F238E27FC236}">
                <a16:creationId xmlns:a16="http://schemas.microsoft.com/office/drawing/2014/main" id="{E35ABD6E-51D5-FED7-6E94-EBD61B3494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1422762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0BF65-C84B-45C3-72CA-AFDA68851174}"/>
              </a:ext>
            </a:extLst>
          </p:cNvPr>
          <p:cNvSpPr>
            <a:spLocks noGrp="1"/>
          </p:cNvSpPr>
          <p:nvPr>
            <p:ph type="title"/>
          </p:nvPr>
        </p:nvSpPr>
        <p:spPr>
          <a:xfrm>
            <a:off x="594360" y="278129"/>
            <a:ext cx="9778365" cy="1494596"/>
          </a:xfrm>
        </p:spPr>
        <p:txBody>
          <a:bodyPr rtlCol="0" anchor="b">
            <a:normAutofit/>
          </a:bodyPr>
          <a:lstStyle>
            <a:defPPr>
              <a:defRPr lang="es-ES"/>
            </a:defPPr>
          </a:lstStyle>
          <a:p>
            <a:pPr rtl="0"/>
            <a:r>
              <a:rPr lang="es-ES" dirty="0"/>
              <a:t>Análisis del estado del arte</a:t>
            </a:r>
          </a:p>
        </p:txBody>
      </p:sp>
      <p:pic>
        <p:nvPicPr>
          <p:cNvPr id="7" name="Imagen 6" descr="Diagrama, Texto, Dibujo de ingeniería&#10;&#10;Descripción generada automáticamente">
            <a:extLst>
              <a:ext uri="{FF2B5EF4-FFF2-40B4-BE49-F238E27FC236}">
                <a16:creationId xmlns:a16="http://schemas.microsoft.com/office/drawing/2014/main" id="{EB03BFE3-6C67-F281-F298-580CADE8ADB9}"/>
              </a:ext>
            </a:extLst>
          </p:cNvPr>
          <p:cNvPicPr>
            <a:picLocks noChangeAspect="1"/>
          </p:cNvPicPr>
          <p:nvPr/>
        </p:nvPicPr>
        <p:blipFill rotWithShape="1">
          <a:blip r:embed="rId3">
            <a:extLst>
              <a:ext uri="{28A0092B-C50C-407E-A947-70E740481C1C}">
                <a14:useLocalDpi xmlns:a14="http://schemas.microsoft.com/office/drawing/2010/main" val="0"/>
              </a:ext>
            </a:extLst>
          </a:blip>
          <a:srcRect t="3" r="-2" b="-228"/>
          <a:stretch/>
        </p:blipFill>
        <p:spPr>
          <a:xfrm>
            <a:off x="4117340" y="2366041"/>
            <a:ext cx="3957320" cy="3966179"/>
          </a:xfrm>
          <a:prstGeom prst="rect">
            <a:avLst/>
          </a:prstGeom>
          <a:noFill/>
        </p:spPr>
      </p:pic>
      <p:sp>
        <p:nvSpPr>
          <p:cNvPr id="4" name="Marcador de número de diapositiva 3">
            <a:extLst>
              <a:ext uri="{FF2B5EF4-FFF2-40B4-BE49-F238E27FC236}">
                <a16:creationId xmlns:a16="http://schemas.microsoft.com/office/drawing/2014/main" id="{9AB34E5C-5C6C-215E-49DA-4F68AE5F06BF}"/>
              </a:ext>
            </a:extLst>
          </p:cNvPr>
          <p:cNvSpPr>
            <a:spLocks noGrp="1"/>
          </p:cNvSpPr>
          <p:nvPr>
            <p:ph type="sldNum" sz="quarter" idx="12"/>
          </p:nvPr>
        </p:nvSpPr>
        <p:spPr>
          <a:xfrm>
            <a:off x="594360" y="6332220"/>
            <a:ext cx="523240" cy="247651"/>
          </a:xfrm>
        </p:spPr>
        <p:txBody>
          <a:bodyPr anchor="t">
            <a:normAutofit/>
          </a:bodyPr>
          <a:lstStyle/>
          <a:p>
            <a:pPr rtl="0">
              <a:spcAft>
                <a:spcPts val="600"/>
              </a:spcAft>
            </a:pPr>
            <a:fld id="{294A09A9-5501-47C1-A89A-A340965A2BE2}" type="slidenum">
              <a:rPr lang="es-ES" noProof="0" smtClean="0"/>
              <a:pPr rtl="0">
                <a:spcAft>
                  <a:spcPts val="600"/>
                </a:spcAft>
              </a:pPr>
              <a:t>11</a:t>
            </a:fld>
            <a:endParaRPr lang="es-ES" noProof="0"/>
          </a:p>
        </p:txBody>
      </p:sp>
      <p:pic>
        <p:nvPicPr>
          <p:cNvPr id="13" name="Imagen 12" descr="Logotipo&#10;&#10;Descripción generada automáticamente">
            <a:extLst>
              <a:ext uri="{FF2B5EF4-FFF2-40B4-BE49-F238E27FC236}">
                <a16:creationId xmlns:a16="http://schemas.microsoft.com/office/drawing/2014/main" id="{3389DC48-1043-930D-0D74-BBE068E307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209604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rtlCol="0"/>
          <a:lstStyle>
            <a:defPPr>
              <a:defRPr lang="es-ES"/>
            </a:defPPr>
          </a:lstStyle>
          <a:p>
            <a:pPr rtl="0"/>
            <a:r>
              <a:rPr lang="es-ES" dirty="0"/>
              <a:t>Requisitos Funcionales I</a:t>
            </a:r>
          </a:p>
        </p:txBody>
      </p:sp>
      <p:sp>
        <p:nvSpPr>
          <p:cNvPr id="3" name="Marcador de texto 2">
            <a:extLst>
              <a:ext uri="{FF2B5EF4-FFF2-40B4-BE49-F238E27FC236}">
                <a16:creationId xmlns:a16="http://schemas.microsoft.com/office/drawing/2014/main" id="{3B8EBC2C-6DD7-5003-38EB-40753046FE8C}"/>
              </a:ext>
            </a:extLst>
          </p:cNvPr>
          <p:cNvSpPr>
            <a:spLocks noGrp="1"/>
          </p:cNvSpPr>
          <p:nvPr>
            <p:ph sz="quarter" idx="13"/>
          </p:nvPr>
        </p:nvSpPr>
        <p:spPr>
          <a:xfrm>
            <a:off x="593725" y="2281238"/>
            <a:ext cx="6788150" cy="3709987"/>
          </a:xfrm>
        </p:spPr>
        <p:txBody>
          <a:bodyPr tIns="457200" rtlCol="0">
            <a:normAutofit/>
          </a:bodyPr>
          <a:lstStyle>
            <a:defPPr>
              <a:defRPr lang="es-ES"/>
            </a:defPPr>
          </a:lstStyle>
          <a:p>
            <a:pPr rtl="0"/>
            <a:r>
              <a:rPr lang="es-ES" dirty="0"/>
              <a:t>RF01 – Registro y creación del perfil</a:t>
            </a:r>
          </a:p>
          <a:p>
            <a:pPr rtl="0"/>
            <a:r>
              <a:rPr lang="es-ES" dirty="0"/>
              <a:t>RF02 – Gestión del carrito de compras</a:t>
            </a:r>
          </a:p>
          <a:p>
            <a:pPr rtl="0"/>
            <a:r>
              <a:rPr lang="es-ES" dirty="0"/>
              <a:t>RF03 – Gestión del stock de productos</a:t>
            </a:r>
          </a:p>
          <a:p>
            <a:pPr rtl="0"/>
            <a:r>
              <a:rPr lang="es-ES" dirty="0"/>
              <a:t>RF04 – Proporcionar herramientas de identificación de productos como etiquetas o atributos</a:t>
            </a:r>
          </a:p>
        </p:txBody>
      </p:sp>
      <p:sp>
        <p:nvSpPr>
          <p:cNvPr id="4" name="Marcador de número de diapositiva 3">
            <a:extLst>
              <a:ext uri="{FF2B5EF4-FFF2-40B4-BE49-F238E27FC236}">
                <a16:creationId xmlns:a16="http://schemas.microsoft.com/office/drawing/2014/main" id="{9AB34E5C-5C6C-215E-49DA-4F68AE5F06BF}"/>
              </a:ext>
            </a:extLst>
          </p:cNvPr>
          <p:cNvSpPr>
            <a:spLocks noGrp="1"/>
          </p:cNvSpPr>
          <p:nvPr>
            <p:ph type="sldNum" sz="quarter" idx="26"/>
          </p:nvPr>
        </p:nvSpPr>
        <p:spPr/>
        <p:txBody>
          <a:bodyPr/>
          <a:lstStyle/>
          <a:p>
            <a:pPr rtl="0"/>
            <a:fld id="{294A09A9-5501-47C1-A89A-A340965A2BE2}" type="slidenum">
              <a:rPr lang="es-ES" noProof="0" smtClean="0"/>
              <a:pPr rtl="0"/>
              <a:t>12</a:t>
            </a:fld>
            <a:endParaRPr lang="es-ES" noProof="0" dirty="0"/>
          </a:p>
        </p:txBody>
      </p:sp>
      <p:pic>
        <p:nvPicPr>
          <p:cNvPr id="6" name="Imagen 5" descr="Logotipo&#10;&#10;Descripción generada automáticamente">
            <a:extLst>
              <a:ext uri="{FF2B5EF4-FFF2-40B4-BE49-F238E27FC236}">
                <a16:creationId xmlns:a16="http://schemas.microsoft.com/office/drawing/2014/main" id="{0E628988-F75B-E301-27C4-C81CA6CDC1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883553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rtlCol="0"/>
          <a:lstStyle>
            <a:defPPr>
              <a:defRPr lang="es-ES"/>
            </a:defPPr>
          </a:lstStyle>
          <a:p>
            <a:pPr rtl="0"/>
            <a:r>
              <a:rPr lang="es-ES" dirty="0"/>
              <a:t>Requisitos Funcionales II</a:t>
            </a:r>
          </a:p>
        </p:txBody>
      </p:sp>
      <p:sp>
        <p:nvSpPr>
          <p:cNvPr id="3" name="Marcador de texto 2">
            <a:extLst>
              <a:ext uri="{FF2B5EF4-FFF2-40B4-BE49-F238E27FC236}">
                <a16:creationId xmlns:a16="http://schemas.microsoft.com/office/drawing/2014/main" id="{3B8EBC2C-6DD7-5003-38EB-40753046FE8C}"/>
              </a:ext>
            </a:extLst>
          </p:cNvPr>
          <p:cNvSpPr>
            <a:spLocks noGrp="1"/>
          </p:cNvSpPr>
          <p:nvPr>
            <p:ph sz="quarter" idx="13"/>
          </p:nvPr>
        </p:nvSpPr>
        <p:spPr>
          <a:xfrm>
            <a:off x="593725" y="2281238"/>
            <a:ext cx="6788150" cy="3709987"/>
          </a:xfrm>
        </p:spPr>
        <p:txBody>
          <a:bodyPr tIns="457200" rtlCol="0">
            <a:normAutofit/>
          </a:bodyPr>
          <a:lstStyle>
            <a:defPPr>
              <a:defRPr lang="es-ES"/>
            </a:defPPr>
          </a:lstStyle>
          <a:p>
            <a:r>
              <a:rPr lang="es-ES" dirty="0"/>
              <a:t>RF05 – Posibilidad de publicar valoraciones de los productos</a:t>
            </a:r>
          </a:p>
          <a:p>
            <a:pPr rtl="0"/>
            <a:r>
              <a:rPr lang="es-ES" dirty="0"/>
              <a:t>RF06 – Formulario de recogida de preferencias</a:t>
            </a:r>
          </a:p>
          <a:p>
            <a:pPr rtl="0"/>
            <a:r>
              <a:rPr lang="es-ES" dirty="0"/>
              <a:t>RF07 – La aplicación contendrá un motor de recomendación de productos basado en las valoraciones y las preferencias</a:t>
            </a:r>
          </a:p>
          <a:p>
            <a:pPr rtl="0"/>
            <a:r>
              <a:rPr lang="es-ES" dirty="0"/>
              <a:t>RF08 – Presencia de un asistente virtual</a:t>
            </a:r>
          </a:p>
        </p:txBody>
      </p:sp>
      <p:sp>
        <p:nvSpPr>
          <p:cNvPr id="4" name="Marcador de número de diapositiva 3">
            <a:extLst>
              <a:ext uri="{FF2B5EF4-FFF2-40B4-BE49-F238E27FC236}">
                <a16:creationId xmlns:a16="http://schemas.microsoft.com/office/drawing/2014/main" id="{9AB34E5C-5C6C-215E-49DA-4F68AE5F06BF}"/>
              </a:ext>
            </a:extLst>
          </p:cNvPr>
          <p:cNvSpPr>
            <a:spLocks noGrp="1"/>
          </p:cNvSpPr>
          <p:nvPr>
            <p:ph type="sldNum" sz="quarter" idx="26"/>
          </p:nvPr>
        </p:nvSpPr>
        <p:spPr/>
        <p:txBody>
          <a:bodyPr/>
          <a:lstStyle/>
          <a:p>
            <a:pPr rtl="0"/>
            <a:fld id="{294A09A9-5501-47C1-A89A-A340965A2BE2}" type="slidenum">
              <a:rPr lang="es-ES" noProof="0" smtClean="0"/>
              <a:pPr rtl="0"/>
              <a:t>13</a:t>
            </a:fld>
            <a:endParaRPr lang="es-ES" noProof="0" dirty="0"/>
          </a:p>
        </p:txBody>
      </p:sp>
      <p:pic>
        <p:nvPicPr>
          <p:cNvPr id="6" name="Imagen 5" descr="Logotipo&#10;&#10;Descripción generada automáticamente">
            <a:extLst>
              <a:ext uri="{FF2B5EF4-FFF2-40B4-BE49-F238E27FC236}">
                <a16:creationId xmlns:a16="http://schemas.microsoft.com/office/drawing/2014/main" id="{0E628988-F75B-E301-27C4-C81CA6CDC1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942428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rtlCol="0"/>
          <a:lstStyle>
            <a:defPPr>
              <a:defRPr lang="es-ES"/>
            </a:defPPr>
          </a:lstStyle>
          <a:p>
            <a:pPr rtl="0"/>
            <a:r>
              <a:rPr lang="es-ES" dirty="0"/>
              <a:t>Requisitos No Funcionales</a:t>
            </a:r>
          </a:p>
        </p:txBody>
      </p:sp>
      <p:sp>
        <p:nvSpPr>
          <p:cNvPr id="3" name="Marcador de texto 2">
            <a:extLst>
              <a:ext uri="{FF2B5EF4-FFF2-40B4-BE49-F238E27FC236}">
                <a16:creationId xmlns:a16="http://schemas.microsoft.com/office/drawing/2014/main" id="{3B8EBC2C-6DD7-5003-38EB-40753046FE8C}"/>
              </a:ext>
            </a:extLst>
          </p:cNvPr>
          <p:cNvSpPr>
            <a:spLocks noGrp="1"/>
          </p:cNvSpPr>
          <p:nvPr>
            <p:ph sz="quarter" idx="13"/>
          </p:nvPr>
        </p:nvSpPr>
        <p:spPr>
          <a:xfrm>
            <a:off x="593724" y="2281238"/>
            <a:ext cx="7544436" cy="3709987"/>
          </a:xfrm>
        </p:spPr>
        <p:txBody>
          <a:bodyPr tIns="457200" rtlCol="0">
            <a:normAutofit/>
          </a:bodyPr>
          <a:lstStyle>
            <a:defPPr>
              <a:defRPr lang="es-ES"/>
            </a:defPPr>
          </a:lstStyle>
          <a:p>
            <a:pPr rtl="0"/>
            <a:r>
              <a:rPr lang="es-ES" dirty="0"/>
              <a:t>RNF01 – La tienda debe ser intuitiva y fácil de usar</a:t>
            </a:r>
          </a:p>
          <a:p>
            <a:pPr rtl="0"/>
            <a:r>
              <a:rPr lang="es-ES" dirty="0"/>
              <a:t>RNF02 – Cumplir con los criterios de accesibilidad web</a:t>
            </a:r>
          </a:p>
          <a:p>
            <a:pPr rtl="0"/>
            <a:r>
              <a:rPr lang="es-ES" dirty="0"/>
              <a:t>RNF03 – Diseño responsive </a:t>
            </a:r>
          </a:p>
          <a:p>
            <a:pPr rtl="0"/>
            <a:r>
              <a:rPr lang="es-ES" dirty="0"/>
              <a:t>RNF04 – Sistema compatible con </a:t>
            </a:r>
            <a:r>
              <a:rPr lang="es-ES" i="1" dirty="0"/>
              <a:t>WordPress</a:t>
            </a:r>
            <a:r>
              <a:rPr lang="es-ES" dirty="0"/>
              <a:t> y </a:t>
            </a:r>
            <a:r>
              <a:rPr lang="es-ES" i="1" dirty="0"/>
              <a:t>WooCommerce</a:t>
            </a:r>
          </a:p>
          <a:p>
            <a:pPr rtl="0"/>
            <a:r>
              <a:rPr lang="es-ES" dirty="0"/>
              <a:t>RNF05 – Política de copias de seguridad</a:t>
            </a:r>
          </a:p>
        </p:txBody>
      </p:sp>
      <p:sp>
        <p:nvSpPr>
          <p:cNvPr id="4" name="Marcador de número de diapositiva 3">
            <a:extLst>
              <a:ext uri="{FF2B5EF4-FFF2-40B4-BE49-F238E27FC236}">
                <a16:creationId xmlns:a16="http://schemas.microsoft.com/office/drawing/2014/main" id="{9AB34E5C-5C6C-215E-49DA-4F68AE5F06BF}"/>
              </a:ext>
            </a:extLst>
          </p:cNvPr>
          <p:cNvSpPr>
            <a:spLocks noGrp="1"/>
          </p:cNvSpPr>
          <p:nvPr>
            <p:ph type="sldNum" sz="quarter" idx="26"/>
          </p:nvPr>
        </p:nvSpPr>
        <p:spPr/>
        <p:txBody>
          <a:bodyPr/>
          <a:lstStyle/>
          <a:p>
            <a:pPr rtl="0"/>
            <a:fld id="{294A09A9-5501-47C1-A89A-A340965A2BE2}" type="slidenum">
              <a:rPr lang="es-ES" noProof="0" smtClean="0"/>
              <a:pPr rtl="0"/>
              <a:t>14</a:t>
            </a:fld>
            <a:endParaRPr lang="es-ES" noProof="0" dirty="0"/>
          </a:p>
        </p:txBody>
      </p:sp>
      <p:pic>
        <p:nvPicPr>
          <p:cNvPr id="6" name="Imagen 5" descr="Logotipo&#10;&#10;Descripción generada automáticamente">
            <a:extLst>
              <a:ext uri="{FF2B5EF4-FFF2-40B4-BE49-F238E27FC236}">
                <a16:creationId xmlns:a16="http://schemas.microsoft.com/office/drawing/2014/main" id="{0E628988-F75B-E301-27C4-C81CA6CDC1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2928558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B8CE60-587E-1D5C-8B50-ED3441BA49CE}"/>
              </a:ext>
            </a:extLst>
          </p:cNvPr>
          <p:cNvSpPr>
            <a:spLocks noGrp="1"/>
          </p:cNvSpPr>
          <p:nvPr>
            <p:ph type="title"/>
          </p:nvPr>
        </p:nvSpPr>
        <p:spPr>
          <a:xfrm>
            <a:off x="575310" y="278129"/>
            <a:ext cx="5063490" cy="2354026"/>
          </a:xfrm>
        </p:spPr>
        <p:txBody>
          <a:bodyPr rtlCol="0" anchor="b">
            <a:normAutofit/>
          </a:bodyPr>
          <a:lstStyle>
            <a:defPPr>
              <a:defRPr lang="es-ES"/>
            </a:defPPr>
          </a:lstStyle>
          <a:p>
            <a:pPr rtl="0"/>
            <a:r>
              <a:rPr lang="es-ES" dirty="0"/>
              <a:t>Casos de uso</a:t>
            </a:r>
          </a:p>
        </p:txBody>
      </p:sp>
      <p:sp>
        <p:nvSpPr>
          <p:cNvPr id="3" name="Marcador de texto 2">
            <a:extLst>
              <a:ext uri="{FF2B5EF4-FFF2-40B4-BE49-F238E27FC236}">
                <a16:creationId xmlns:a16="http://schemas.microsoft.com/office/drawing/2014/main" id="{0E02AE9C-BA1D-195E-3B93-A5A0CC03D8F3}"/>
              </a:ext>
            </a:extLst>
          </p:cNvPr>
          <p:cNvSpPr>
            <a:spLocks noGrp="1"/>
          </p:cNvSpPr>
          <p:nvPr>
            <p:ph sz="quarter" idx="16"/>
          </p:nvPr>
        </p:nvSpPr>
        <p:spPr>
          <a:xfrm>
            <a:off x="594360" y="3279579"/>
            <a:ext cx="5044440" cy="2994415"/>
          </a:xfrm>
        </p:spPr>
        <p:txBody>
          <a:bodyPr rtlCol="0">
            <a:normAutofit/>
          </a:bodyPr>
          <a:lstStyle>
            <a:defPPr>
              <a:defRPr lang="es-ES"/>
            </a:defPPr>
          </a:lstStyle>
          <a:p>
            <a:pPr rtl="0"/>
            <a:r>
              <a:rPr lang="es-ES" dirty="0"/>
              <a:t>Escenarios prácticos de la aplicación web</a:t>
            </a:r>
          </a:p>
        </p:txBody>
      </p:sp>
      <p:pic>
        <p:nvPicPr>
          <p:cNvPr id="12" name="Marcador de posición de imagen 4">
            <a:extLst>
              <a:ext uri="{FF2B5EF4-FFF2-40B4-BE49-F238E27FC236}">
                <a16:creationId xmlns:a16="http://schemas.microsoft.com/office/drawing/2014/main" id="{7D5BDB53-9169-3BBC-9362-0539514AC7DD}"/>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tretch/>
        </p:blipFill>
        <p:spPr>
          <a:xfrm>
            <a:off x="6206173" y="0"/>
            <a:ext cx="5897878" cy="6858000"/>
          </a:xfrm>
          <a:noFill/>
        </p:spPr>
      </p:pic>
      <p:sp>
        <p:nvSpPr>
          <p:cNvPr id="17" name="Slide Number Placeholder 4">
            <a:extLst>
              <a:ext uri="{FF2B5EF4-FFF2-40B4-BE49-F238E27FC236}">
                <a16:creationId xmlns:a16="http://schemas.microsoft.com/office/drawing/2014/main" id="{AF0DD530-A980-EFEC-1FA9-942D065B8832}"/>
              </a:ext>
            </a:extLst>
          </p:cNvPr>
          <p:cNvSpPr>
            <a:spLocks noGrp="1"/>
          </p:cNvSpPr>
          <p:nvPr>
            <p:ph type="sldNum" sz="quarter" idx="12"/>
          </p:nvPr>
        </p:nvSpPr>
        <p:spPr>
          <a:xfrm>
            <a:off x="594360" y="6332220"/>
            <a:ext cx="523240" cy="247651"/>
          </a:xfrm>
        </p:spPr>
        <p:txBody>
          <a:bodyPr/>
          <a:lstStyle/>
          <a:p>
            <a:pPr rtl="0">
              <a:spcAft>
                <a:spcPts val="600"/>
              </a:spcAft>
            </a:pPr>
            <a:fld id="{294A09A9-5501-47C1-A89A-A340965A2BE2}" type="slidenum">
              <a:rPr lang="es-ES" smtClean="0"/>
              <a:pPr rtl="0">
                <a:spcAft>
                  <a:spcPts val="600"/>
                </a:spcAft>
              </a:pPr>
              <a:t>15</a:t>
            </a:fld>
            <a:endParaRPr lang="es-ES">
              <a:latin typeface="+mn-lt"/>
            </a:endParaRPr>
          </a:p>
        </p:txBody>
      </p:sp>
      <p:pic>
        <p:nvPicPr>
          <p:cNvPr id="4" name="Imagen 3" descr="Logotipo&#10;&#10;Descripción generada automáticamente">
            <a:extLst>
              <a:ext uri="{FF2B5EF4-FFF2-40B4-BE49-F238E27FC236}">
                <a16:creationId xmlns:a16="http://schemas.microsoft.com/office/drawing/2014/main" id="{6EDA0DD1-3922-443B-48EC-16FD4DD3FC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3519534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sp>
        <p:nvSpPr>
          <p:cNvPr id="9" name="Título 8">
            <a:extLst>
              <a:ext uri="{FF2B5EF4-FFF2-40B4-BE49-F238E27FC236}">
                <a16:creationId xmlns:a16="http://schemas.microsoft.com/office/drawing/2014/main" id="{5AB6D40A-2A0A-AF3D-8CF7-3ECD37765637}"/>
              </a:ext>
            </a:extLst>
          </p:cNvPr>
          <p:cNvSpPr>
            <a:spLocks noGrp="1"/>
          </p:cNvSpPr>
          <p:nvPr>
            <p:ph type="ctrTitle"/>
          </p:nvPr>
        </p:nvSpPr>
        <p:spPr>
          <a:xfrm>
            <a:off x="6309904" y="411479"/>
            <a:ext cx="5619826" cy="3291840"/>
          </a:xfrm>
        </p:spPr>
        <p:txBody>
          <a:bodyPr rtlCol="0"/>
          <a:lstStyle>
            <a:defPPr>
              <a:defRPr lang="es-ES"/>
            </a:defPPr>
          </a:lstStyle>
          <a:p>
            <a:pPr rtl="0"/>
            <a:r>
              <a:rPr lang="es-ES" dirty="0"/>
              <a:t>Diseño e implementación</a:t>
            </a:r>
          </a:p>
        </p:txBody>
      </p:sp>
      <p:sp>
        <p:nvSpPr>
          <p:cNvPr id="3" name="Marcador de texto 2">
            <a:extLst>
              <a:ext uri="{FF2B5EF4-FFF2-40B4-BE49-F238E27FC236}">
                <a16:creationId xmlns:a16="http://schemas.microsoft.com/office/drawing/2014/main" id="{591442CD-A26D-1761-8CE7-8BC3075BB4ED}"/>
              </a:ext>
            </a:extLst>
          </p:cNvPr>
          <p:cNvSpPr>
            <a:spLocks noGrp="1"/>
          </p:cNvSpPr>
          <p:nvPr>
            <p:ph type="body" sz="quarter" idx="11"/>
          </p:nvPr>
        </p:nvSpPr>
        <p:spPr>
          <a:xfrm>
            <a:off x="6309905" y="4549552"/>
            <a:ext cx="5486400" cy="1645920"/>
          </a:xfrm>
        </p:spPr>
        <p:txBody>
          <a:bodyPr rtlCol="0">
            <a:normAutofit/>
          </a:bodyPr>
          <a:lstStyle>
            <a:defPPr>
              <a:defRPr lang="es-ES"/>
            </a:defPPr>
          </a:lstStyle>
          <a:p>
            <a:pPr rtl="0"/>
            <a:r>
              <a:rPr lang="es-ES" dirty="0"/>
              <a:t>Arquitectura, diseño e implementación</a:t>
            </a:r>
          </a:p>
        </p:txBody>
      </p:sp>
      <p:pic>
        <p:nvPicPr>
          <p:cNvPr id="2" name="Imagen 1" descr="Logotipo&#10;&#10;Descripción generada automáticamente">
            <a:extLst>
              <a:ext uri="{FF2B5EF4-FFF2-40B4-BE49-F238E27FC236}">
                <a16:creationId xmlns:a16="http://schemas.microsoft.com/office/drawing/2014/main" id="{73ADC693-108F-DA80-0595-5F25780B92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4105869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B8CE60-587E-1D5C-8B50-ED3441BA49CE}"/>
              </a:ext>
            </a:extLst>
          </p:cNvPr>
          <p:cNvSpPr>
            <a:spLocks noGrp="1"/>
          </p:cNvSpPr>
          <p:nvPr>
            <p:ph type="title"/>
          </p:nvPr>
        </p:nvSpPr>
        <p:spPr>
          <a:xfrm>
            <a:off x="594360" y="102875"/>
            <a:ext cx="10873740" cy="1680205"/>
          </a:xfrm>
        </p:spPr>
        <p:txBody>
          <a:bodyPr rtlCol="0" anchor="b">
            <a:normAutofit/>
          </a:bodyPr>
          <a:lstStyle>
            <a:defPPr>
              <a:defRPr lang="es-ES"/>
            </a:defPPr>
          </a:lstStyle>
          <a:p>
            <a:pPr rtl="0"/>
            <a:r>
              <a:rPr lang="es-ES" dirty="0"/>
              <a:t>Arquitectura física</a:t>
            </a:r>
          </a:p>
        </p:txBody>
      </p:sp>
      <p:pic>
        <p:nvPicPr>
          <p:cNvPr id="8" name="Marcador de posición de imagen 7" descr="Diagrama&#10;&#10;Descripción generada automáticamente">
            <a:extLst>
              <a:ext uri="{FF2B5EF4-FFF2-40B4-BE49-F238E27FC236}">
                <a16:creationId xmlns:a16="http://schemas.microsoft.com/office/drawing/2014/main" id="{C60C8C0A-F611-5404-4D87-C5C92A57EE5E}"/>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3657600" y="3067491"/>
            <a:ext cx="7810500" cy="2128362"/>
          </a:xfrm>
          <a:noFill/>
        </p:spPr>
      </p:pic>
      <p:sp>
        <p:nvSpPr>
          <p:cNvPr id="17" name="Slide Number Placeholder 4">
            <a:extLst>
              <a:ext uri="{FF2B5EF4-FFF2-40B4-BE49-F238E27FC236}">
                <a16:creationId xmlns:a16="http://schemas.microsoft.com/office/drawing/2014/main" id="{AF0DD530-A980-EFEC-1FA9-942D065B8832}"/>
              </a:ext>
            </a:extLst>
          </p:cNvPr>
          <p:cNvSpPr>
            <a:spLocks noGrp="1"/>
          </p:cNvSpPr>
          <p:nvPr>
            <p:ph type="sldNum" sz="quarter" idx="22"/>
          </p:nvPr>
        </p:nvSpPr>
        <p:spPr>
          <a:xfrm>
            <a:off x="594360" y="6332220"/>
            <a:ext cx="523240" cy="247651"/>
          </a:xfrm>
        </p:spPr>
        <p:txBody>
          <a:bodyPr anchor="t">
            <a:normAutofit/>
          </a:bodyPr>
          <a:lstStyle/>
          <a:p>
            <a:pPr rtl="0">
              <a:spcAft>
                <a:spcPts val="600"/>
              </a:spcAft>
            </a:pPr>
            <a:fld id="{294A09A9-5501-47C1-A89A-A340965A2BE2}" type="slidenum">
              <a:rPr lang="es-ES" smtClean="0"/>
              <a:pPr rtl="0">
                <a:spcAft>
                  <a:spcPts val="600"/>
                </a:spcAft>
              </a:pPr>
              <a:t>17</a:t>
            </a:fld>
            <a:endParaRPr lang="es-ES"/>
          </a:p>
        </p:txBody>
      </p:sp>
      <p:pic>
        <p:nvPicPr>
          <p:cNvPr id="14" name="Imagen 13" descr="Logotipo&#10;&#10;Descripción generada automáticamente">
            <a:extLst>
              <a:ext uri="{FF2B5EF4-FFF2-40B4-BE49-F238E27FC236}">
                <a16:creationId xmlns:a16="http://schemas.microsoft.com/office/drawing/2014/main" id="{32806EF3-AB15-2504-B238-781BEE0FDD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2622012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B8CE60-587E-1D5C-8B50-ED3441BA49CE}"/>
              </a:ext>
            </a:extLst>
          </p:cNvPr>
          <p:cNvSpPr>
            <a:spLocks noGrp="1"/>
          </p:cNvSpPr>
          <p:nvPr>
            <p:ph type="title"/>
          </p:nvPr>
        </p:nvSpPr>
        <p:spPr>
          <a:xfrm>
            <a:off x="594360" y="102875"/>
            <a:ext cx="10873740" cy="1680205"/>
          </a:xfrm>
        </p:spPr>
        <p:txBody>
          <a:bodyPr rtlCol="0" anchor="b">
            <a:normAutofit/>
          </a:bodyPr>
          <a:lstStyle>
            <a:defPPr>
              <a:defRPr lang="es-ES"/>
            </a:defPPr>
          </a:lstStyle>
          <a:p>
            <a:pPr rtl="0"/>
            <a:r>
              <a:rPr lang="es-ES" dirty="0"/>
              <a:t>Arquitectura lógica</a:t>
            </a:r>
          </a:p>
        </p:txBody>
      </p:sp>
      <p:pic>
        <p:nvPicPr>
          <p:cNvPr id="8" name="Marcador de posición de imagen 7">
            <a:extLst>
              <a:ext uri="{FF2B5EF4-FFF2-40B4-BE49-F238E27FC236}">
                <a16:creationId xmlns:a16="http://schemas.microsoft.com/office/drawing/2014/main" id="{C60C8C0A-F611-5404-4D87-C5C92A57EE5E}"/>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p:blipFill>
        <p:spPr>
          <a:xfrm>
            <a:off x="4063999" y="1787443"/>
            <a:ext cx="7106589" cy="4761413"/>
          </a:xfrm>
          <a:noFill/>
        </p:spPr>
      </p:pic>
      <p:sp>
        <p:nvSpPr>
          <p:cNvPr id="17" name="Slide Number Placeholder 4">
            <a:extLst>
              <a:ext uri="{FF2B5EF4-FFF2-40B4-BE49-F238E27FC236}">
                <a16:creationId xmlns:a16="http://schemas.microsoft.com/office/drawing/2014/main" id="{AF0DD530-A980-EFEC-1FA9-942D065B8832}"/>
              </a:ext>
            </a:extLst>
          </p:cNvPr>
          <p:cNvSpPr>
            <a:spLocks noGrp="1"/>
          </p:cNvSpPr>
          <p:nvPr>
            <p:ph type="sldNum" sz="quarter" idx="22"/>
          </p:nvPr>
        </p:nvSpPr>
        <p:spPr>
          <a:xfrm>
            <a:off x="594360" y="6332220"/>
            <a:ext cx="523240" cy="247651"/>
          </a:xfrm>
        </p:spPr>
        <p:txBody>
          <a:bodyPr anchor="t">
            <a:normAutofit/>
          </a:bodyPr>
          <a:lstStyle/>
          <a:p>
            <a:pPr rtl="0">
              <a:spcAft>
                <a:spcPts val="600"/>
              </a:spcAft>
            </a:pPr>
            <a:fld id="{294A09A9-5501-47C1-A89A-A340965A2BE2}" type="slidenum">
              <a:rPr lang="es-ES" smtClean="0"/>
              <a:pPr rtl="0">
                <a:spcAft>
                  <a:spcPts val="600"/>
                </a:spcAft>
              </a:pPr>
              <a:t>18</a:t>
            </a:fld>
            <a:endParaRPr lang="es-ES"/>
          </a:p>
        </p:txBody>
      </p:sp>
      <p:pic>
        <p:nvPicPr>
          <p:cNvPr id="3" name="Imagen 2" descr="Logotipo&#10;&#10;Descripción generada automáticamente">
            <a:extLst>
              <a:ext uri="{FF2B5EF4-FFF2-40B4-BE49-F238E27FC236}">
                <a16:creationId xmlns:a16="http://schemas.microsoft.com/office/drawing/2014/main" id="{44EEEECD-8FE6-F180-1DCA-48DB4F106C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38451481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rtlCol="0"/>
          <a:lstStyle>
            <a:defPPr>
              <a:defRPr lang="es-ES"/>
            </a:defPPr>
          </a:lstStyle>
          <a:p>
            <a:pPr rtl="0"/>
            <a:r>
              <a:rPr lang="es-ES" dirty="0"/>
              <a:t>Diseño de datos</a:t>
            </a:r>
          </a:p>
        </p:txBody>
      </p:sp>
      <p:sp>
        <p:nvSpPr>
          <p:cNvPr id="3" name="Marcador de texto 2">
            <a:extLst>
              <a:ext uri="{FF2B5EF4-FFF2-40B4-BE49-F238E27FC236}">
                <a16:creationId xmlns:a16="http://schemas.microsoft.com/office/drawing/2014/main" id="{3B8EBC2C-6DD7-5003-38EB-40753046FE8C}"/>
              </a:ext>
            </a:extLst>
          </p:cNvPr>
          <p:cNvSpPr>
            <a:spLocks noGrp="1"/>
          </p:cNvSpPr>
          <p:nvPr>
            <p:ph sz="quarter" idx="13"/>
          </p:nvPr>
        </p:nvSpPr>
        <p:spPr>
          <a:xfrm>
            <a:off x="593724" y="2281238"/>
            <a:ext cx="6787747" cy="3709987"/>
          </a:xfrm>
        </p:spPr>
        <p:txBody>
          <a:bodyPr tIns="457200" rtlCol="0">
            <a:normAutofit/>
          </a:bodyPr>
          <a:lstStyle>
            <a:defPPr>
              <a:defRPr lang="es-ES"/>
            </a:defPPr>
          </a:lstStyle>
          <a:p>
            <a:pPr rtl="0"/>
            <a:r>
              <a:rPr lang="es-ES" dirty="0"/>
              <a:t>Utilización de las tablas existentes en la base de datos SQL de </a:t>
            </a:r>
            <a:r>
              <a:rPr lang="es-ES" i="1" dirty="0"/>
              <a:t>WordPress</a:t>
            </a:r>
          </a:p>
          <a:p>
            <a:pPr rtl="0"/>
            <a:r>
              <a:rPr lang="es-ES" dirty="0"/>
              <a:t>Migración y carga inicial de datos</a:t>
            </a:r>
          </a:p>
        </p:txBody>
      </p:sp>
      <p:sp>
        <p:nvSpPr>
          <p:cNvPr id="4" name="Marcador de número de diapositiva 3">
            <a:extLst>
              <a:ext uri="{FF2B5EF4-FFF2-40B4-BE49-F238E27FC236}">
                <a16:creationId xmlns:a16="http://schemas.microsoft.com/office/drawing/2014/main" id="{9AB34E5C-5C6C-215E-49DA-4F68AE5F06BF}"/>
              </a:ext>
            </a:extLst>
          </p:cNvPr>
          <p:cNvSpPr>
            <a:spLocks noGrp="1"/>
          </p:cNvSpPr>
          <p:nvPr>
            <p:ph type="sldNum" sz="quarter" idx="26"/>
          </p:nvPr>
        </p:nvSpPr>
        <p:spPr/>
        <p:txBody>
          <a:bodyPr/>
          <a:lstStyle/>
          <a:p>
            <a:pPr rtl="0"/>
            <a:fld id="{294A09A9-5501-47C1-A89A-A340965A2BE2}" type="slidenum">
              <a:rPr lang="es-ES" noProof="0" smtClean="0"/>
              <a:pPr rtl="0"/>
              <a:t>19</a:t>
            </a:fld>
            <a:endParaRPr lang="es-ES" noProof="0" dirty="0"/>
          </a:p>
        </p:txBody>
      </p:sp>
      <p:pic>
        <p:nvPicPr>
          <p:cNvPr id="6" name="Imagen 5" descr="Logotipo&#10;&#10;Descripción generada automáticamente">
            <a:extLst>
              <a:ext uri="{FF2B5EF4-FFF2-40B4-BE49-F238E27FC236}">
                <a16:creationId xmlns:a16="http://schemas.microsoft.com/office/drawing/2014/main" id="{0E628988-F75B-E301-27C4-C81CA6CDC1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673925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rtlCol="0"/>
          <a:lstStyle>
            <a:defPPr>
              <a:defRPr lang="es-ES"/>
            </a:defPPr>
          </a:lstStyle>
          <a:p>
            <a:pPr rtl="0"/>
            <a:r>
              <a:rPr lang="es-ES" dirty="0"/>
              <a:t>Diseño e implementación de la interfaz de usuario</a:t>
            </a:r>
          </a:p>
        </p:txBody>
      </p:sp>
      <p:sp>
        <p:nvSpPr>
          <p:cNvPr id="3" name="Marcador de texto 2">
            <a:extLst>
              <a:ext uri="{FF2B5EF4-FFF2-40B4-BE49-F238E27FC236}">
                <a16:creationId xmlns:a16="http://schemas.microsoft.com/office/drawing/2014/main" id="{3B8EBC2C-6DD7-5003-38EB-40753046FE8C}"/>
              </a:ext>
            </a:extLst>
          </p:cNvPr>
          <p:cNvSpPr>
            <a:spLocks noGrp="1"/>
          </p:cNvSpPr>
          <p:nvPr>
            <p:ph sz="quarter" idx="13"/>
          </p:nvPr>
        </p:nvSpPr>
        <p:spPr>
          <a:xfrm>
            <a:off x="593724" y="2281238"/>
            <a:ext cx="6787747" cy="3709987"/>
          </a:xfrm>
        </p:spPr>
        <p:txBody>
          <a:bodyPr tIns="457200" rtlCol="0">
            <a:normAutofit/>
          </a:bodyPr>
          <a:lstStyle>
            <a:defPPr>
              <a:defRPr lang="es-ES"/>
            </a:defPPr>
          </a:lstStyle>
          <a:p>
            <a:pPr rtl="0"/>
            <a:r>
              <a:rPr lang="es-ES" dirty="0"/>
              <a:t>Diseño basado en la accesibilidad web</a:t>
            </a:r>
          </a:p>
          <a:p>
            <a:pPr rtl="0"/>
            <a:r>
              <a:rPr lang="es-ES" dirty="0"/>
              <a:t>Utilización del plugin </a:t>
            </a:r>
            <a:r>
              <a:rPr lang="es-ES" i="1" dirty="0"/>
              <a:t>WooCommerce </a:t>
            </a:r>
            <a:r>
              <a:rPr lang="es-ES" dirty="0"/>
              <a:t>junto con el tema </a:t>
            </a:r>
            <a:r>
              <a:rPr lang="es-ES" i="1" dirty="0"/>
              <a:t>Astra</a:t>
            </a:r>
          </a:p>
          <a:p>
            <a:pPr rtl="0"/>
            <a:r>
              <a:rPr lang="es-ES" dirty="0"/>
              <a:t>Shortcodes</a:t>
            </a:r>
          </a:p>
        </p:txBody>
      </p:sp>
      <p:sp>
        <p:nvSpPr>
          <p:cNvPr id="4" name="Marcador de número de diapositiva 3">
            <a:extLst>
              <a:ext uri="{FF2B5EF4-FFF2-40B4-BE49-F238E27FC236}">
                <a16:creationId xmlns:a16="http://schemas.microsoft.com/office/drawing/2014/main" id="{9AB34E5C-5C6C-215E-49DA-4F68AE5F06BF}"/>
              </a:ext>
            </a:extLst>
          </p:cNvPr>
          <p:cNvSpPr>
            <a:spLocks noGrp="1"/>
          </p:cNvSpPr>
          <p:nvPr>
            <p:ph type="sldNum" sz="quarter" idx="26"/>
          </p:nvPr>
        </p:nvSpPr>
        <p:spPr/>
        <p:txBody>
          <a:bodyPr/>
          <a:lstStyle/>
          <a:p>
            <a:pPr rtl="0"/>
            <a:fld id="{294A09A9-5501-47C1-A89A-A340965A2BE2}" type="slidenum">
              <a:rPr lang="es-ES" noProof="0" smtClean="0"/>
              <a:pPr rtl="0"/>
              <a:t>20</a:t>
            </a:fld>
            <a:endParaRPr lang="es-ES" noProof="0" dirty="0"/>
          </a:p>
        </p:txBody>
      </p:sp>
      <p:pic>
        <p:nvPicPr>
          <p:cNvPr id="6" name="Imagen 5" descr="Logotipo&#10;&#10;Descripción generada automáticamente">
            <a:extLst>
              <a:ext uri="{FF2B5EF4-FFF2-40B4-BE49-F238E27FC236}">
                <a16:creationId xmlns:a16="http://schemas.microsoft.com/office/drawing/2014/main" id="{0E628988-F75B-E301-27C4-C81CA6CDC1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1752983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rtlCol="0"/>
          <a:lstStyle>
            <a:defPPr>
              <a:defRPr lang="es-ES"/>
            </a:defPPr>
          </a:lstStyle>
          <a:p>
            <a:pPr rtl="0"/>
            <a:r>
              <a:rPr lang="es-ES" dirty="0"/>
              <a:t>Entorno de construcción</a:t>
            </a:r>
          </a:p>
        </p:txBody>
      </p:sp>
      <p:sp>
        <p:nvSpPr>
          <p:cNvPr id="3" name="Marcador de texto 2">
            <a:extLst>
              <a:ext uri="{FF2B5EF4-FFF2-40B4-BE49-F238E27FC236}">
                <a16:creationId xmlns:a16="http://schemas.microsoft.com/office/drawing/2014/main" id="{3B8EBC2C-6DD7-5003-38EB-40753046FE8C}"/>
              </a:ext>
            </a:extLst>
          </p:cNvPr>
          <p:cNvSpPr>
            <a:spLocks noGrp="1"/>
          </p:cNvSpPr>
          <p:nvPr>
            <p:ph sz="quarter" idx="13"/>
          </p:nvPr>
        </p:nvSpPr>
        <p:spPr>
          <a:xfrm>
            <a:off x="593724" y="2281238"/>
            <a:ext cx="6787747" cy="3709987"/>
          </a:xfrm>
        </p:spPr>
        <p:txBody>
          <a:bodyPr tIns="457200" rtlCol="0">
            <a:normAutofit/>
          </a:bodyPr>
          <a:lstStyle>
            <a:defPPr>
              <a:defRPr lang="es-ES"/>
            </a:defPPr>
          </a:lstStyle>
          <a:p>
            <a:pPr rtl="0"/>
            <a:r>
              <a:rPr lang="es-ES" dirty="0" err="1"/>
              <a:t>LocalWP</a:t>
            </a:r>
            <a:r>
              <a:rPr lang="es-ES" dirty="0"/>
              <a:t> </a:t>
            </a:r>
            <a:r>
              <a:rPr lang="es-ES" dirty="0" err="1"/>
              <a:t>by</a:t>
            </a:r>
            <a:r>
              <a:rPr lang="es-ES" dirty="0"/>
              <a:t> </a:t>
            </a:r>
            <a:r>
              <a:rPr lang="es-ES" dirty="0" err="1"/>
              <a:t>Flywheel</a:t>
            </a:r>
            <a:endParaRPr lang="es-ES" dirty="0"/>
          </a:p>
          <a:p>
            <a:pPr rtl="0"/>
            <a:r>
              <a:rPr lang="es-ES" dirty="0"/>
              <a:t>Visual Studio </a:t>
            </a:r>
            <a:r>
              <a:rPr lang="es-ES" dirty="0" err="1"/>
              <a:t>Code</a:t>
            </a:r>
            <a:endParaRPr lang="es-ES" i="1" dirty="0"/>
          </a:p>
          <a:p>
            <a:pPr rtl="0"/>
            <a:r>
              <a:rPr lang="es-ES" dirty="0"/>
              <a:t>Lenguajes de programación: PHP, CSS, HTML, JavaScript, </a:t>
            </a:r>
            <a:r>
              <a:rPr lang="es-ES" dirty="0" err="1"/>
              <a:t>Pyhon</a:t>
            </a:r>
            <a:endParaRPr lang="es-ES" dirty="0"/>
          </a:p>
          <a:p>
            <a:pPr rtl="0"/>
            <a:r>
              <a:rPr lang="es-ES" dirty="0"/>
              <a:t>Docker</a:t>
            </a:r>
          </a:p>
          <a:p>
            <a:pPr rtl="0"/>
            <a:r>
              <a:rPr lang="es-ES" dirty="0"/>
              <a:t>Amazon Web </a:t>
            </a:r>
            <a:r>
              <a:rPr lang="es-ES" dirty="0" err="1"/>
              <a:t>Service</a:t>
            </a:r>
            <a:endParaRPr lang="es-ES" dirty="0"/>
          </a:p>
        </p:txBody>
      </p:sp>
      <p:sp>
        <p:nvSpPr>
          <p:cNvPr id="4" name="Marcador de número de diapositiva 3">
            <a:extLst>
              <a:ext uri="{FF2B5EF4-FFF2-40B4-BE49-F238E27FC236}">
                <a16:creationId xmlns:a16="http://schemas.microsoft.com/office/drawing/2014/main" id="{9AB34E5C-5C6C-215E-49DA-4F68AE5F06BF}"/>
              </a:ext>
            </a:extLst>
          </p:cNvPr>
          <p:cNvSpPr>
            <a:spLocks noGrp="1"/>
          </p:cNvSpPr>
          <p:nvPr>
            <p:ph type="sldNum" sz="quarter" idx="26"/>
          </p:nvPr>
        </p:nvSpPr>
        <p:spPr/>
        <p:txBody>
          <a:bodyPr/>
          <a:lstStyle/>
          <a:p>
            <a:pPr rtl="0"/>
            <a:fld id="{294A09A9-5501-47C1-A89A-A340965A2BE2}" type="slidenum">
              <a:rPr lang="es-ES" noProof="0" smtClean="0"/>
              <a:pPr rtl="0"/>
              <a:t>21</a:t>
            </a:fld>
            <a:endParaRPr lang="es-ES" noProof="0" dirty="0"/>
          </a:p>
        </p:txBody>
      </p:sp>
      <p:pic>
        <p:nvPicPr>
          <p:cNvPr id="6" name="Imagen 5" descr="Logotipo&#10;&#10;Descripción generada automáticamente">
            <a:extLst>
              <a:ext uri="{FF2B5EF4-FFF2-40B4-BE49-F238E27FC236}">
                <a16:creationId xmlns:a16="http://schemas.microsoft.com/office/drawing/2014/main" id="{0E628988-F75B-E301-27C4-C81CA6CDC1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28189164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rtlCol="0"/>
          <a:lstStyle>
            <a:defPPr>
              <a:defRPr lang="es-ES"/>
            </a:defPPr>
          </a:lstStyle>
          <a:p>
            <a:pPr rtl="0"/>
            <a:r>
              <a:rPr lang="es-ES" dirty="0"/>
              <a:t>Diseño e implementación del motor de recomendación I</a:t>
            </a:r>
          </a:p>
        </p:txBody>
      </p:sp>
      <p:sp>
        <p:nvSpPr>
          <p:cNvPr id="7" name="Marcador de texto 6">
            <a:extLst>
              <a:ext uri="{FF2B5EF4-FFF2-40B4-BE49-F238E27FC236}">
                <a16:creationId xmlns:a16="http://schemas.microsoft.com/office/drawing/2014/main" id="{F70BD87D-F7DA-961B-4024-A354DC87D168}"/>
              </a:ext>
            </a:extLst>
          </p:cNvPr>
          <p:cNvSpPr>
            <a:spLocks noGrp="1"/>
          </p:cNvSpPr>
          <p:nvPr>
            <p:ph sz="quarter" idx="13"/>
          </p:nvPr>
        </p:nvSpPr>
        <p:spPr>
          <a:xfrm>
            <a:off x="3657600" y="2281238"/>
            <a:ext cx="7810500" cy="3700462"/>
          </a:xfrm>
        </p:spPr>
        <p:txBody>
          <a:bodyPr rtlCol="0">
            <a:normAutofit/>
          </a:bodyPr>
          <a:lstStyle>
            <a:defPPr>
              <a:defRPr lang="es-ES"/>
            </a:defPPr>
          </a:lstStyle>
          <a:p>
            <a:pPr rtl="0"/>
            <a:r>
              <a:rPr lang="es-ES" sz="2400" b="1" dirty="0">
                <a:solidFill>
                  <a:schemeClr val="tx2">
                    <a:lumMod val="75000"/>
                  </a:schemeClr>
                </a:solidFill>
              </a:rPr>
              <a:t>Objetivo: Sugerir productos relevantes a partir de 1) las preferencias de los usuarios y 2) las valoraciones de los productos</a:t>
            </a:r>
          </a:p>
          <a:p>
            <a:r>
              <a:rPr lang="es-ES" sz="2400" b="1" dirty="0">
                <a:solidFill>
                  <a:schemeClr val="tx2">
                    <a:lumMod val="75000"/>
                  </a:schemeClr>
                </a:solidFill>
              </a:rPr>
              <a:t>El usuario debe estar registrado para recibir una recomendación personalizada</a:t>
            </a:r>
          </a:p>
          <a:p>
            <a:pPr rtl="0"/>
            <a:endParaRPr lang="es-ES" dirty="0"/>
          </a:p>
          <a:p>
            <a:pPr rtl="0"/>
            <a:endParaRPr lang="es-ES" dirty="0"/>
          </a:p>
        </p:txBody>
      </p:sp>
      <p:grpSp>
        <p:nvGrpSpPr>
          <p:cNvPr id="19" name="Grupo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21" name="Forma libre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22" name="Forma libre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2" name="Marcador de número de diapositiva 1">
            <a:extLst>
              <a:ext uri="{FF2B5EF4-FFF2-40B4-BE49-F238E27FC236}">
                <a16:creationId xmlns:a16="http://schemas.microsoft.com/office/drawing/2014/main" id="{CD37541A-92C1-CD14-E9A9-8E91F585F82A}"/>
              </a:ext>
            </a:extLst>
          </p:cNvPr>
          <p:cNvSpPr>
            <a:spLocks noGrp="1"/>
          </p:cNvSpPr>
          <p:nvPr>
            <p:ph type="sldNum" sz="quarter" idx="22"/>
          </p:nvPr>
        </p:nvSpPr>
        <p:spPr/>
        <p:txBody>
          <a:bodyPr/>
          <a:lstStyle/>
          <a:p>
            <a:pPr rtl="0"/>
            <a:fld id="{294A09A9-5501-47C1-A89A-A340965A2BE2}" type="slidenum">
              <a:rPr lang="es-ES" smtClean="0"/>
              <a:pPr rtl="0"/>
              <a:t>22</a:t>
            </a:fld>
            <a:endParaRPr lang="es-ES" dirty="0">
              <a:latin typeface="+mn-lt"/>
            </a:endParaRPr>
          </a:p>
        </p:txBody>
      </p:sp>
      <p:pic>
        <p:nvPicPr>
          <p:cNvPr id="4" name="Imagen 3" descr="Logotipo&#10;&#10;Descripción generada automáticamente">
            <a:extLst>
              <a:ext uri="{FF2B5EF4-FFF2-40B4-BE49-F238E27FC236}">
                <a16:creationId xmlns:a16="http://schemas.microsoft.com/office/drawing/2014/main" id="{9A12B8F5-60D0-C083-B7C8-4C84FD836E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14620348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rtlCol="0"/>
          <a:lstStyle>
            <a:defPPr>
              <a:defRPr lang="es-ES"/>
            </a:defPPr>
          </a:lstStyle>
          <a:p>
            <a:pPr rtl="0"/>
            <a:r>
              <a:rPr lang="es-ES" dirty="0"/>
              <a:t>Diseño e implementación del motor de recomendación II</a:t>
            </a:r>
          </a:p>
        </p:txBody>
      </p:sp>
      <p:sp>
        <p:nvSpPr>
          <p:cNvPr id="7" name="Marcador de texto 6">
            <a:extLst>
              <a:ext uri="{FF2B5EF4-FFF2-40B4-BE49-F238E27FC236}">
                <a16:creationId xmlns:a16="http://schemas.microsoft.com/office/drawing/2014/main" id="{F70BD87D-F7DA-961B-4024-A354DC87D168}"/>
              </a:ext>
            </a:extLst>
          </p:cNvPr>
          <p:cNvSpPr>
            <a:spLocks noGrp="1"/>
          </p:cNvSpPr>
          <p:nvPr>
            <p:ph sz="quarter" idx="13"/>
          </p:nvPr>
        </p:nvSpPr>
        <p:spPr>
          <a:xfrm>
            <a:off x="3657600" y="2281238"/>
            <a:ext cx="7810500" cy="3700462"/>
          </a:xfrm>
        </p:spPr>
        <p:txBody>
          <a:bodyPr rtlCol="0">
            <a:normAutofit/>
          </a:bodyPr>
          <a:lstStyle>
            <a:defPPr>
              <a:defRPr lang="es-ES"/>
            </a:defPPr>
          </a:lstStyle>
          <a:p>
            <a:pPr marL="0" indent="0" rtl="0">
              <a:buNone/>
            </a:pPr>
            <a:r>
              <a:rPr lang="es-ES" sz="2400" b="1" dirty="0">
                <a:solidFill>
                  <a:schemeClr val="tx2">
                    <a:lumMod val="75000"/>
                  </a:schemeClr>
                </a:solidFill>
              </a:rPr>
              <a:t>1) Recomendación basada en preferencias</a:t>
            </a:r>
          </a:p>
          <a:p>
            <a:pPr rtl="0"/>
            <a:r>
              <a:rPr lang="es-ES" sz="2400" b="1" dirty="0">
                <a:solidFill>
                  <a:schemeClr val="tx2">
                    <a:lumMod val="75000"/>
                  </a:schemeClr>
                </a:solidFill>
              </a:rPr>
              <a:t>Generar un perfil de usuario basado en la recolección de sus preferencias mediante un formulario</a:t>
            </a:r>
          </a:p>
          <a:p>
            <a:pPr rtl="0"/>
            <a:r>
              <a:rPr lang="es-ES" sz="2400" b="1" dirty="0">
                <a:solidFill>
                  <a:schemeClr val="tx2">
                    <a:lumMod val="75000"/>
                  </a:schemeClr>
                </a:solidFill>
              </a:rPr>
              <a:t>Comparar el perfil de usuario con la base de datos de productos</a:t>
            </a:r>
          </a:p>
          <a:p>
            <a:pPr rtl="0"/>
            <a:r>
              <a:rPr lang="es-ES" sz="2400" b="1" dirty="0">
                <a:solidFill>
                  <a:schemeClr val="tx2">
                    <a:lumMod val="75000"/>
                  </a:schemeClr>
                </a:solidFill>
              </a:rPr>
              <a:t>Asignar una puntuación a cada producto</a:t>
            </a:r>
          </a:p>
          <a:p>
            <a:pPr rtl="0"/>
            <a:endParaRPr lang="es-ES" dirty="0"/>
          </a:p>
        </p:txBody>
      </p:sp>
      <p:grpSp>
        <p:nvGrpSpPr>
          <p:cNvPr id="19" name="Grupo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21" name="Forma libre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22" name="Forma libre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2" name="Marcador de número de diapositiva 1">
            <a:extLst>
              <a:ext uri="{FF2B5EF4-FFF2-40B4-BE49-F238E27FC236}">
                <a16:creationId xmlns:a16="http://schemas.microsoft.com/office/drawing/2014/main" id="{CD37541A-92C1-CD14-E9A9-8E91F585F82A}"/>
              </a:ext>
            </a:extLst>
          </p:cNvPr>
          <p:cNvSpPr>
            <a:spLocks noGrp="1"/>
          </p:cNvSpPr>
          <p:nvPr>
            <p:ph type="sldNum" sz="quarter" idx="22"/>
          </p:nvPr>
        </p:nvSpPr>
        <p:spPr/>
        <p:txBody>
          <a:bodyPr/>
          <a:lstStyle/>
          <a:p>
            <a:pPr rtl="0"/>
            <a:fld id="{294A09A9-5501-47C1-A89A-A340965A2BE2}" type="slidenum">
              <a:rPr lang="es-ES" smtClean="0"/>
              <a:pPr rtl="0"/>
              <a:t>23</a:t>
            </a:fld>
            <a:endParaRPr lang="es-ES" dirty="0">
              <a:latin typeface="+mn-lt"/>
            </a:endParaRPr>
          </a:p>
        </p:txBody>
      </p:sp>
      <p:pic>
        <p:nvPicPr>
          <p:cNvPr id="4" name="Imagen 3" descr="Logotipo&#10;&#10;Descripción generada automáticamente">
            <a:extLst>
              <a:ext uri="{FF2B5EF4-FFF2-40B4-BE49-F238E27FC236}">
                <a16:creationId xmlns:a16="http://schemas.microsoft.com/office/drawing/2014/main" id="{34C076AB-40B9-2F9B-5EBE-874BF674FC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24509229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rtlCol="0"/>
          <a:lstStyle>
            <a:defPPr>
              <a:defRPr lang="es-ES"/>
            </a:defPPr>
          </a:lstStyle>
          <a:p>
            <a:pPr rtl="0"/>
            <a:r>
              <a:rPr lang="es-ES" dirty="0"/>
              <a:t>Diseño e implementación del motor de recomendación III</a:t>
            </a:r>
          </a:p>
        </p:txBody>
      </p:sp>
      <p:sp>
        <p:nvSpPr>
          <p:cNvPr id="7" name="Marcador de texto 6">
            <a:extLst>
              <a:ext uri="{FF2B5EF4-FFF2-40B4-BE49-F238E27FC236}">
                <a16:creationId xmlns:a16="http://schemas.microsoft.com/office/drawing/2014/main" id="{F70BD87D-F7DA-961B-4024-A354DC87D168}"/>
              </a:ext>
            </a:extLst>
          </p:cNvPr>
          <p:cNvSpPr>
            <a:spLocks noGrp="1"/>
          </p:cNvSpPr>
          <p:nvPr>
            <p:ph sz="quarter" idx="13"/>
          </p:nvPr>
        </p:nvSpPr>
        <p:spPr>
          <a:xfrm>
            <a:off x="3657600" y="2281238"/>
            <a:ext cx="7810500" cy="3700462"/>
          </a:xfrm>
        </p:spPr>
        <p:txBody>
          <a:bodyPr rtlCol="0">
            <a:normAutofit/>
          </a:bodyPr>
          <a:lstStyle>
            <a:defPPr>
              <a:defRPr lang="es-ES"/>
            </a:defPPr>
          </a:lstStyle>
          <a:p>
            <a:pPr marL="0" indent="0" rtl="0">
              <a:buNone/>
            </a:pPr>
            <a:r>
              <a:rPr lang="es-ES" sz="2400" b="1" dirty="0">
                <a:solidFill>
                  <a:schemeClr val="tx2">
                    <a:lumMod val="75000"/>
                  </a:schemeClr>
                </a:solidFill>
              </a:rPr>
              <a:t>2) Recomendación basada en valoraciones</a:t>
            </a:r>
          </a:p>
          <a:p>
            <a:pPr rtl="0"/>
            <a:r>
              <a:rPr lang="es-ES" sz="2400" b="1" dirty="0">
                <a:solidFill>
                  <a:schemeClr val="tx2">
                    <a:lumMod val="75000"/>
                  </a:schemeClr>
                </a:solidFill>
              </a:rPr>
              <a:t>Cálculo de la puntuación mediante la aproximación bayesiana de la media de valoraciones de los productos</a:t>
            </a:r>
          </a:p>
          <a:p>
            <a:pPr rtl="0"/>
            <a:endParaRPr lang="es-ES" dirty="0"/>
          </a:p>
          <a:p>
            <a:pPr rtl="0"/>
            <a:endParaRPr lang="es-ES" dirty="0"/>
          </a:p>
          <a:p>
            <a:pPr rtl="0"/>
            <a:endParaRPr lang="es-ES" dirty="0"/>
          </a:p>
        </p:txBody>
      </p:sp>
      <p:grpSp>
        <p:nvGrpSpPr>
          <p:cNvPr id="19" name="Grupo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21" name="Forma libre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22" name="Forma libre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2" name="Marcador de número de diapositiva 1">
            <a:extLst>
              <a:ext uri="{FF2B5EF4-FFF2-40B4-BE49-F238E27FC236}">
                <a16:creationId xmlns:a16="http://schemas.microsoft.com/office/drawing/2014/main" id="{CD37541A-92C1-CD14-E9A9-8E91F585F82A}"/>
              </a:ext>
            </a:extLst>
          </p:cNvPr>
          <p:cNvSpPr>
            <a:spLocks noGrp="1"/>
          </p:cNvSpPr>
          <p:nvPr>
            <p:ph type="sldNum" sz="quarter" idx="22"/>
          </p:nvPr>
        </p:nvSpPr>
        <p:spPr/>
        <p:txBody>
          <a:bodyPr/>
          <a:lstStyle/>
          <a:p>
            <a:pPr rtl="0"/>
            <a:fld id="{294A09A9-5501-47C1-A89A-A340965A2BE2}" type="slidenum">
              <a:rPr lang="es-ES" smtClean="0"/>
              <a:pPr rtl="0"/>
              <a:t>24</a:t>
            </a:fld>
            <a:endParaRPr lang="es-ES" dirty="0">
              <a:latin typeface="+mn-lt"/>
            </a:endParaRPr>
          </a:p>
        </p:txBody>
      </p:sp>
      <p:pic>
        <p:nvPicPr>
          <p:cNvPr id="5" name="Imagen 4">
            <a:extLst>
              <a:ext uri="{FF2B5EF4-FFF2-40B4-BE49-F238E27FC236}">
                <a16:creationId xmlns:a16="http://schemas.microsoft.com/office/drawing/2014/main" id="{8348037C-FEA2-5E6C-A269-27B270F082C5}"/>
              </a:ext>
            </a:extLst>
          </p:cNvPr>
          <p:cNvPicPr>
            <a:picLocks noChangeAspect="1"/>
          </p:cNvPicPr>
          <p:nvPr/>
        </p:nvPicPr>
        <p:blipFill>
          <a:blip r:embed="rId3"/>
          <a:stretch>
            <a:fillRect/>
          </a:stretch>
        </p:blipFill>
        <p:spPr>
          <a:xfrm>
            <a:off x="6519233" y="3900132"/>
            <a:ext cx="2087233" cy="1291254"/>
          </a:xfrm>
          <a:prstGeom prst="rect">
            <a:avLst/>
          </a:prstGeom>
        </p:spPr>
      </p:pic>
      <p:pic>
        <p:nvPicPr>
          <p:cNvPr id="6" name="Imagen 5" descr="Logotipo&#10;&#10;Descripción generada automáticamente">
            <a:extLst>
              <a:ext uri="{FF2B5EF4-FFF2-40B4-BE49-F238E27FC236}">
                <a16:creationId xmlns:a16="http://schemas.microsoft.com/office/drawing/2014/main" id="{03B60EB3-D252-592B-9AC8-1380E0DE81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1666462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rtlCol="0"/>
          <a:lstStyle>
            <a:defPPr>
              <a:defRPr lang="es-ES"/>
            </a:defPPr>
          </a:lstStyle>
          <a:p>
            <a:pPr rtl="0"/>
            <a:r>
              <a:rPr lang="es-ES" dirty="0"/>
              <a:t>Diseño e implementación del motor de recomendación IV</a:t>
            </a:r>
          </a:p>
        </p:txBody>
      </p:sp>
      <p:sp>
        <p:nvSpPr>
          <p:cNvPr id="7" name="Marcador de texto 6">
            <a:extLst>
              <a:ext uri="{FF2B5EF4-FFF2-40B4-BE49-F238E27FC236}">
                <a16:creationId xmlns:a16="http://schemas.microsoft.com/office/drawing/2014/main" id="{F70BD87D-F7DA-961B-4024-A354DC87D168}"/>
              </a:ext>
            </a:extLst>
          </p:cNvPr>
          <p:cNvSpPr>
            <a:spLocks noGrp="1"/>
          </p:cNvSpPr>
          <p:nvPr>
            <p:ph sz="quarter" idx="13"/>
          </p:nvPr>
        </p:nvSpPr>
        <p:spPr>
          <a:xfrm>
            <a:off x="3657600" y="2281238"/>
            <a:ext cx="7810500" cy="3700462"/>
          </a:xfrm>
        </p:spPr>
        <p:txBody>
          <a:bodyPr rtlCol="0">
            <a:normAutofit/>
          </a:bodyPr>
          <a:lstStyle>
            <a:defPPr>
              <a:defRPr lang="es-ES"/>
            </a:defPPr>
          </a:lstStyle>
          <a:p>
            <a:pPr rtl="0"/>
            <a:r>
              <a:rPr lang="es-ES" sz="2400" b="1" dirty="0">
                <a:solidFill>
                  <a:schemeClr val="tx2">
                    <a:lumMod val="75000"/>
                  </a:schemeClr>
                </a:solidFill>
              </a:rPr>
              <a:t>Ponderar adecuadamente ambas valoraciones y asignar una valoración global a cada producto</a:t>
            </a:r>
          </a:p>
          <a:p>
            <a:r>
              <a:rPr lang="es-ES" sz="2400" b="1" dirty="0">
                <a:solidFill>
                  <a:schemeClr val="tx2">
                    <a:lumMod val="75000"/>
                  </a:schemeClr>
                </a:solidFill>
              </a:rPr>
              <a:t>Generar las recomendaciones ordenando la lista según la valoración global</a:t>
            </a:r>
          </a:p>
          <a:p>
            <a:r>
              <a:rPr lang="es-ES" sz="2400" b="1" dirty="0">
                <a:solidFill>
                  <a:schemeClr val="tx2">
                    <a:lumMod val="75000"/>
                  </a:schemeClr>
                </a:solidFill>
              </a:rPr>
              <a:t>Mostrar dichas recomendaciones al </a:t>
            </a:r>
            <a:r>
              <a:rPr lang="es-ES" sz="2400" b="1" dirty="0" err="1">
                <a:solidFill>
                  <a:schemeClr val="tx2">
                    <a:lumMod val="75000"/>
                  </a:schemeClr>
                </a:solidFill>
              </a:rPr>
              <a:t>usario</a:t>
            </a:r>
            <a:endParaRPr lang="es-ES" dirty="0"/>
          </a:p>
          <a:p>
            <a:pPr marL="0" indent="0" rtl="0">
              <a:buNone/>
            </a:pPr>
            <a:endParaRPr lang="es-ES" dirty="0"/>
          </a:p>
        </p:txBody>
      </p:sp>
      <p:grpSp>
        <p:nvGrpSpPr>
          <p:cNvPr id="19" name="Grupo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21" name="Forma libre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sp>
          <p:nvSpPr>
            <p:cNvPr id="22" name="Forma libre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es-ES"/>
              </a:defPPr>
            </a:lstStyle>
            <a:p>
              <a:pPr rtl="0"/>
              <a:endParaRPr lang="es-ES" dirty="0"/>
            </a:p>
          </p:txBody>
        </p:sp>
      </p:grpSp>
      <p:sp>
        <p:nvSpPr>
          <p:cNvPr id="2" name="Marcador de número de diapositiva 1">
            <a:extLst>
              <a:ext uri="{FF2B5EF4-FFF2-40B4-BE49-F238E27FC236}">
                <a16:creationId xmlns:a16="http://schemas.microsoft.com/office/drawing/2014/main" id="{CD37541A-92C1-CD14-E9A9-8E91F585F82A}"/>
              </a:ext>
            </a:extLst>
          </p:cNvPr>
          <p:cNvSpPr>
            <a:spLocks noGrp="1"/>
          </p:cNvSpPr>
          <p:nvPr>
            <p:ph type="sldNum" sz="quarter" idx="22"/>
          </p:nvPr>
        </p:nvSpPr>
        <p:spPr/>
        <p:txBody>
          <a:bodyPr/>
          <a:lstStyle/>
          <a:p>
            <a:pPr rtl="0"/>
            <a:fld id="{294A09A9-5501-47C1-A89A-A340965A2BE2}" type="slidenum">
              <a:rPr lang="es-ES" smtClean="0"/>
              <a:pPr rtl="0"/>
              <a:t>25</a:t>
            </a:fld>
            <a:endParaRPr lang="es-ES" dirty="0">
              <a:latin typeface="+mn-lt"/>
            </a:endParaRPr>
          </a:p>
        </p:txBody>
      </p:sp>
      <p:pic>
        <p:nvPicPr>
          <p:cNvPr id="4" name="Imagen 3" descr="Logotipo&#10;&#10;Descripción generada automáticamente">
            <a:extLst>
              <a:ext uri="{FF2B5EF4-FFF2-40B4-BE49-F238E27FC236}">
                <a16:creationId xmlns:a16="http://schemas.microsoft.com/office/drawing/2014/main" id="{9A12B8F5-60D0-C083-B7C8-4C84FD836E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24897331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rtlCol="0"/>
          <a:lstStyle>
            <a:defPPr>
              <a:defRPr lang="es-ES"/>
            </a:defPPr>
          </a:lstStyle>
          <a:p>
            <a:pPr rtl="0"/>
            <a:r>
              <a:rPr lang="es-ES" dirty="0"/>
              <a:t>Diseño e implementación del asistente virtual</a:t>
            </a:r>
          </a:p>
        </p:txBody>
      </p:sp>
      <p:sp>
        <p:nvSpPr>
          <p:cNvPr id="3" name="Marcador de texto 2">
            <a:extLst>
              <a:ext uri="{FF2B5EF4-FFF2-40B4-BE49-F238E27FC236}">
                <a16:creationId xmlns:a16="http://schemas.microsoft.com/office/drawing/2014/main" id="{3B8EBC2C-6DD7-5003-38EB-40753046FE8C}"/>
              </a:ext>
            </a:extLst>
          </p:cNvPr>
          <p:cNvSpPr>
            <a:spLocks noGrp="1"/>
          </p:cNvSpPr>
          <p:nvPr>
            <p:ph sz="quarter" idx="13"/>
          </p:nvPr>
        </p:nvSpPr>
        <p:spPr>
          <a:xfrm>
            <a:off x="593724" y="2281238"/>
            <a:ext cx="6787747" cy="3709987"/>
          </a:xfrm>
        </p:spPr>
        <p:txBody>
          <a:bodyPr tIns="457200" rtlCol="0">
            <a:normAutofit/>
          </a:bodyPr>
          <a:lstStyle>
            <a:defPPr>
              <a:defRPr lang="es-ES"/>
            </a:defPPr>
          </a:lstStyle>
          <a:p>
            <a:pPr rtl="0"/>
            <a:r>
              <a:rPr lang="es-ES" dirty="0"/>
              <a:t>Diseño basado en la accesibilidad web</a:t>
            </a:r>
          </a:p>
          <a:p>
            <a:pPr rtl="0"/>
            <a:r>
              <a:rPr lang="es-ES" dirty="0"/>
              <a:t>Implementación utilizando la biblioteca de código abierto </a:t>
            </a:r>
            <a:r>
              <a:rPr lang="es-ES" dirty="0" err="1"/>
              <a:t>Keras</a:t>
            </a:r>
            <a:endParaRPr lang="es-ES" i="1" dirty="0"/>
          </a:p>
          <a:p>
            <a:pPr rtl="0"/>
            <a:r>
              <a:rPr lang="es-ES" dirty="0"/>
              <a:t>Entrenamiento a partir de una biblioteca de interacciones predefinidas</a:t>
            </a:r>
          </a:p>
          <a:p>
            <a:pPr rtl="0"/>
            <a:r>
              <a:rPr lang="es-ES" dirty="0"/>
              <a:t>Integración con </a:t>
            </a:r>
            <a:r>
              <a:rPr lang="es-ES" i="1" dirty="0"/>
              <a:t>WordPress</a:t>
            </a:r>
            <a:r>
              <a:rPr lang="es-ES" dirty="0"/>
              <a:t> mediante PHP</a:t>
            </a:r>
          </a:p>
        </p:txBody>
      </p:sp>
      <p:sp>
        <p:nvSpPr>
          <p:cNvPr id="4" name="Marcador de número de diapositiva 3">
            <a:extLst>
              <a:ext uri="{FF2B5EF4-FFF2-40B4-BE49-F238E27FC236}">
                <a16:creationId xmlns:a16="http://schemas.microsoft.com/office/drawing/2014/main" id="{9AB34E5C-5C6C-215E-49DA-4F68AE5F06BF}"/>
              </a:ext>
            </a:extLst>
          </p:cNvPr>
          <p:cNvSpPr>
            <a:spLocks noGrp="1"/>
          </p:cNvSpPr>
          <p:nvPr>
            <p:ph type="sldNum" sz="quarter" idx="26"/>
          </p:nvPr>
        </p:nvSpPr>
        <p:spPr/>
        <p:txBody>
          <a:bodyPr/>
          <a:lstStyle/>
          <a:p>
            <a:pPr rtl="0"/>
            <a:fld id="{294A09A9-5501-47C1-A89A-A340965A2BE2}" type="slidenum">
              <a:rPr lang="es-ES" noProof="0" smtClean="0"/>
              <a:pPr rtl="0"/>
              <a:t>26</a:t>
            </a:fld>
            <a:endParaRPr lang="es-ES" noProof="0" dirty="0"/>
          </a:p>
        </p:txBody>
      </p:sp>
      <p:pic>
        <p:nvPicPr>
          <p:cNvPr id="6" name="Imagen 5" descr="Logotipo&#10;&#10;Descripción generada automáticamente">
            <a:extLst>
              <a:ext uri="{FF2B5EF4-FFF2-40B4-BE49-F238E27FC236}">
                <a16:creationId xmlns:a16="http://schemas.microsoft.com/office/drawing/2014/main" id="{0E628988-F75B-E301-27C4-C81CA6CDC1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19596800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sp>
        <p:nvSpPr>
          <p:cNvPr id="9" name="Título 8">
            <a:extLst>
              <a:ext uri="{FF2B5EF4-FFF2-40B4-BE49-F238E27FC236}">
                <a16:creationId xmlns:a16="http://schemas.microsoft.com/office/drawing/2014/main" id="{5AB6D40A-2A0A-AF3D-8CF7-3ECD37765637}"/>
              </a:ext>
            </a:extLst>
          </p:cNvPr>
          <p:cNvSpPr>
            <a:spLocks noGrp="1"/>
          </p:cNvSpPr>
          <p:nvPr>
            <p:ph type="ctrTitle"/>
          </p:nvPr>
        </p:nvSpPr>
        <p:spPr>
          <a:xfrm>
            <a:off x="6309904" y="411479"/>
            <a:ext cx="5486400" cy="3291840"/>
          </a:xfrm>
        </p:spPr>
        <p:txBody>
          <a:bodyPr rtlCol="0"/>
          <a:lstStyle>
            <a:defPPr>
              <a:defRPr lang="es-ES"/>
            </a:defPPr>
          </a:lstStyle>
          <a:p>
            <a:pPr rtl="0"/>
            <a:r>
              <a:rPr lang="es-ES" dirty="0"/>
              <a:t>Pruebas y Validación</a:t>
            </a:r>
          </a:p>
        </p:txBody>
      </p:sp>
      <p:sp>
        <p:nvSpPr>
          <p:cNvPr id="3" name="Marcador de texto 2">
            <a:extLst>
              <a:ext uri="{FF2B5EF4-FFF2-40B4-BE49-F238E27FC236}">
                <a16:creationId xmlns:a16="http://schemas.microsoft.com/office/drawing/2014/main" id="{591442CD-A26D-1761-8CE7-8BC3075BB4ED}"/>
              </a:ext>
            </a:extLst>
          </p:cNvPr>
          <p:cNvSpPr>
            <a:spLocks noGrp="1"/>
          </p:cNvSpPr>
          <p:nvPr>
            <p:ph type="body" sz="quarter" idx="11"/>
          </p:nvPr>
        </p:nvSpPr>
        <p:spPr>
          <a:xfrm>
            <a:off x="6309905" y="4549552"/>
            <a:ext cx="5486400" cy="1645920"/>
          </a:xfrm>
        </p:spPr>
        <p:txBody>
          <a:bodyPr rtlCol="0">
            <a:normAutofit/>
          </a:bodyPr>
          <a:lstStyle>
            <a:defPPr>
              <a:defRPr lang="es-ES"/>
            </a:defPPr>
          </a:lstStyle>
          <a:p>
            <a:pPr rtl="0"/>
            <a:r>
              <a:rPr lang="es-ES" dirty="0"/>
              <a:t>Demo técnica</a:t>
            </a:r>
          </a:p>
        </p:txBody>
      </p:sp>
      <p:pic>
        <p:nvPicPr>
          <p:cNvPr id="2" name="Imagen 1" descr="Logotipo&#10;&#10;Descripción generada automáticamente">
            <a:extLst>
              <a:ext uri="{FF2B5EF4-FFF2-40B4-BE49-F238E27FC236}">
                <a16:creationId xmlns:a16="http://schemas.microsoft.com/office/drawing/2014/main" id="{6D5DF888-0CD4-AB30-C94A-4EB8D689BB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20390597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sp>
        <p:nvSpPr>
          <p:cNvPr id="9" name="Título 8">
            <a:extLst>
              <a:ext uri="{FF2B5EF4-FFF2-40B4-BE49-F238E27FC236}">
                <a16:creationId xmlns:a16="http://schemas.microsoft.com/office/drawing/2014/main" id="{5AB6D40A-2A0A-AF3D-8CF7-3ECD37765637}"/>
              </a:ext>
            </a:extLst>
          </p:cNvPr>
          <p:cNvSpPr>
            <a:spLocks noGrp="1"/>
          </p:cNvSpPr>
          <p:nvPr>
            <p:ph type="ctrTitle"/>
          </p:nvPr>
        </p:nvSpPr>
        <p:spPr>
          <a:xfrm>
            <a:off x="6309904" y="411479"/>
            <a:ext cx="5486400" cy="3291840"/>
          </a:xfrm>
        </p:spPr>
        <p:txBody>
          <a:bodyPr rtlCol="0"/>
          <a:lstStyle>
            <a:defPPr>
              <a:defRPr lang="es-ES"/>
            </a:defPPr>
          </a:lstStyle>
          <a:p>
            <a:pPr rtl="0"/>
            <a:r>
              <a:rPr lang="es-ES" dirty="0"/>
              <a:t>Conclusiones y líneas futuras</a:t>
            </a:r>
          </a:p>
        </p:txBody>
      </p:sp>
      <p:sp>
        <p:nvSpPr>
          <p:cNvPr id="3" name="Marcador de texto 2">
            <a:extLst>
              <a:ext uri="{FF2B5EF4-FFF2-40B4-BE49-F238E27FC236}">
                <a16:creationId xmlns:a16="http://schemas.microsoft.com/office/drawing/2014/main" id="{591442CD-A26D-1761-8CE7-8BC3075BB4ED}"/>
              </a:ext>
            </a:extLst>
          </p:cNvPr>
          <p:cNvSpPr>
            <a:spLocks noGrp="1"/>
          </p:cNvSpPr>
          <p:nvPr>
            <p:ph type="body" sz="quarter" idx="11"/>
          </p:nvPr>
        </p:nvSpPr>
        <p:spPr>
          <a:xfrm>
            <a:off x="6309905" y="4549552"/>
            <a:ext cx="5486400" cy="1645920"/>
          </a:xfrm>
        </p:spPr>
        <p:txBody>
          <a:bodyPr rtlCol="0">
            <a:normAutofit/>
          </a:bodyPr>
          <a:lstStyle>
            <a:defPPr>
              <a:defRPr lang="es-ES"/>
            </a:defPPr>
          </a:lstStyle>
          <a:p>
            <a:pPr rtl="0"/>
            <a:r>
              <a:rPr lang="es-ES" dirty="0"/>
              <a:t>Aprendizaje obtenido</a:t>
            </a:r>
          </a:p>
          <a:p>
            <a:pPr rtl="0"/>
            <a:br>
              <a:rPr lang="es-ES" dirty="0"/>
            </a:br>
            <a:r>
              <a:rPr lang="es-ES" dirty="0"/>
              <a:t>Posibilidades de mejora</a:t>
            </a:r>
          </a:p>
        </p:txBody>
      </p:sp>
      <p:pic>
        <p:nvPicPr>
          <p:cNvPr id="2" name="Imagen 1" descr="Logotipo&#10;&#10;Descripción generada automáticamente">
            <a:extLst>
              <a:ext uri="{FF2B5EF4-FFF2-40B4-BE49-F238E27FC236}">
                <a16:creationId xmlns:a16="http://schemas.microsoft.com/office/drawing/2014/main" id="{1A412019-0EBD-DA91-DFDF-2BE01A4D5E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32484794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rtlCol="0"/>
          <a:lstStyle>
            <a:defPPr>
              <a:defRPr lang="es-ES"/>
            </a:defPPr>
          </a:lstStyle>
          <a:p>
            <a:pPr rtl="0"/>
            <a:r>
              <a:rPr lang="es-ES" dirty="0"/>
              <a:t>Gracias</a:t>
            </a:r>
          </a:p>
        </p:txBody>
      </p:sp>
      <p:sp>
        <p:nvSpPr>
          <p:cNvPr id="3" name="Marcador de texto 2">
            <a:extLst>
              <a:ext uri="{FF2B5EF4-FFF2-40B4-BE49-F238E27FC236}">
                <a16:creationId xmlns:a16="http://schemas.microsoft.com/office/drawing/2014/main" id="{8BE734F0-2DDD-AF70-F13D-F9E4C1929411}"/>
              </a:ext>
            </a:extLst>
          </p:cNvPr>
          <p:cNvSpPr>
            <a:spLocks noGrp="1"/>
          </p:cNvSpPr>
          <p:nvPr>
            <p:ph type="body" sz="quarter" idx="11"/>
          </p:nvPr>
        </p:nvSpPr>
        <p:spPr>
          <a:xfrm>
            <a:off x="594360" y="4549552"/>
            <a:ext cx="5486400" cy="1645920"/>
          </a:xfrm>
        </p:spPr>
        <p:txBody>
          <a:bodyPr rtlCol="0"/>
          <a:lstStyle>
            <a:defPPr>
              <a:defRPr lang="es-ES"/>
            </a:defPPr>
          </a:lstStyle>
          <a:p>
            <a:pPr rtl="0"/>
            <a:r>
              <a:rPr lang="es-ES" dirty="0"/>
              <a:t>Miguel Laloma</a:t>
            </a:r>
          </a:p>
          <a:p>
            <a:pPr rtl="0"/>
            <a:r>
              <a:rPr lang="es-ES" dirty="0"/>
              <a:t>m.laloma@usp.ceu.es</a:t>
            </a:r>
          </a:p>
        </p:txBody>
      </p:sp>
      <p:pic>
        <p:nvPicPr>
          <p:cNvPr id="4" name="Imagen 3" descr="Logotipo&#10;&#10;Descripción generada automáticamente">
            <a:extLst>
              <a:ext uri="{FF2B5EF4-FFF2-40B4-BE49-F238E27FC236}">
                <a16:creationId xmlns:a16="http://schemas.microsoft.com/office/drawing/2014/main" id="{8FDA5EC2-607E-7CAC-95DB-08FA40A8B3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0589" y="6154120"/>
            <a:ext cx="854102" cy="603849"/>
          </a:xfrm>
          <a:prstGeom prst="rect">
            <a:avLst/>
          </a:prstGeom>
        </p:spPr>
      </p:pic>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Personalizar">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332797_TF78853419_Win32" id="{89881BBC-4720-4DBD-B653-230ED84EDDDD}" vid="{D5D0700E-9D65-401B-B37B-B3D39C01EE2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2.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{A6F01A8E-BAE2-4977-A7B0-074E8A77ED69}tf78853419_win32</Template>
  <TotalTime>2852</TotalTime>
  <Words>1645</Words>
  <Application>Microsoft Office PowerPoint</Application>
  <PresentationFormat>Panorámica</PresentationFormat>
  <Paragraphs>180</Paragraphs>
  <Slides>29</Slides>
  <Notes>29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29</vt:i4>
      </vt:variant>
    </vt:vector>
  </HeadingPairs>
  <TitlesOfParts>
    <vt:vector size="34" baseType="lpstr">
      <vt:lpstr>Arial</vt:lpstr>
      <vt:lpstr>Calibri</vt:lpstr>
      <vt:lpstr>Franklin Gothic Book</vt:lpstr>
      <vt:lpstr>Franklin Gothic Demi</vt:lpstr>
      <vt:lpstr>Personalizar</vt:lpstr>
      <vt:lpstr>Implementación de una tienda online accesible incorporando un motor de recomendación de productos </vt:lpstr>
      <vt:lpstr>Índice</vt:lpstr>
      <vt:lpstr>Introducción</vt:lpstr>
      <vt:lpstr>Contexto del TFG</vt:lpstr>
      <vt:lpstr>Objetivos</vt:lpstr>
      <vt:lpstr>Gestión del proyecto</vt:lpstr>
      <vt:lpstr>Modelo del ciclo de vida</vt:lpstr>
      <vt:lpstr>Planificación I: Diagrama de Gantt</vt:lpstr>
      <vt:lpstr>Planificación II: Tareas</vt:lpstr>
      <vt:lpstr>Análisis</vt:lpstr>
      <vt:lpstr>Análisis del estado del arte</vt:lpstr>
      <vt:lpstr>Requisitos Funcionales I</vt:lpstr>
      <vt:lpstr>Requisitos Funcionales II</vt:lpstr>
      <vt:lpstr>Requisitos No Funcionales</vt:lpstr>
      <vt:lpstr>Casos de uso</vt:lpstr>
      <vt:lpstr>Diseño e implementación</vt:lpstr>
      <vt:lpstr>Arquitectura física</vt:lpstr>
      <vt:lpstr>Arquitectura lógica</vt:lpstr>
      <vt:lpstr>Diseño de datos</vt:lpstr>
      <vt:lpstr>Diseño e implementación de la interfaz de usuario</vt:lpstr>
      <vt:lpstr>Entorno de construcción</vt:lpstr>
      <vt:lpstr>Diseño e implementación del motor de recomendación I</vt:lpstr>
      <vt:lpstr>Diseño e implementación del motor de recomendación II</vt:lpstr>
      <vt:lpstr>Diseño e implementación del motor de recomendación III</vt:lpstr>
      <vt:lpstr>Diseño e implementación del motor de recomendación IV</vt:lpstr>
      <vt:lpstr>Diseño e implementación del asistente virtual</vt:lpstr>
      <vt:lpstr>Pruebas y Validación</vt:lpstr>
      <vt:lpstr>Conclusiones y líneas futuras</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Miguel Laloma</dc:creator>
  <cp:lastModifiedBy>Miguel Laloma</cp:lastModifiedBy>
  <cp:revision>1</cp:revision>
  <dcterms:created xsi:type="dcterms:W3CDTF">2024-07-08T12:03:52Z</dcterms:created>
  <dcterms:modified xsi:type="dcterms:W3CDTF">2024-07-11T09:45:29Z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